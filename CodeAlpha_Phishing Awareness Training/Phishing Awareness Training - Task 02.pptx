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3" r:id="rId8"/>
    <p:sldId id="264" r:id="rId9"/>
    <p:sldId id="266" r:id="rId10"/>
    <p:sldId id="265" r:id="rId11"/>
    <p:sldId id="267" r:id="rId12"/>
    <p:sldId id="268" r:id="rId13"/>
    <p:sldId id="281" r:id="rId14"/>
    <p:sldId id="271" r:id="rId15"/>
    <p:sldId id="273" r:id="rId16"/>
    <p:sldId id="279" r:id="rId17"/>
    <p:sldId id="274" r:id="rId18"/>
    <p:sldId id="275" r:id="rId19"/>
    <p:sldId id="277" r:id="rId20"/>
    <p:sldId id="278"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85" y="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502A04-6D0C-43FB-A7CF-78FE29495117}"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92E4894D-7A88-4EE0-86D7-E0A8BC94AF44}">
      <dgm:prSet/>
      <dgm:spPr/>
      <dgm:t>
        <a:bodyPr/>
        <a:lstStyle/>
        <a:p>
          <a:r>
            <a:rPr lang="en-PK" b="0" i="0" baseline="0"/>
            <a:t>Email phishing</a:t>
          </a:r>
          <a:endParaRPr lang="en-US" b="0" i="0" baseline="0"/>
        </a:p>
      </dgm:t>
    </dgm:pt>
    <dgm:pt modelId="{5AA1976C-C104-496E-B199-97ADF30C2781}" type="parTrans" cxnId="{4EC5B2F6-A9C4-4191-AE50-3779E4B63885}">
      <dgm:prSet/>
      <dgm:spPr/>
      <dgm:t>
        <a:bodyPr/>
        <a:lstStyle/>
        <a:p>
          <a:endParaRPr lang="en-US"/>
        </a:p>
      </dgm:t>
    </dgm:pt>
    <dgm:pt modelId="{58F5DDB8-84AF-4F29-A174-AC2C602197B2}" type="sibTrans" cxnId="{4EC5B2F6-A9C4-4191-AE50-3779E4B63885}">
      <dgm:prSet/>
      <dgm:spPr/>
      <dgm:t>
        <a:bodyPr/>
        <a:lstStyle/>
        <a:p>
          <a:endParaRPr lang="en-US"/>
        </a:p>
      </dgm:t>
    </dgm:pt>
    <dgm:pt modelId="{E7362C3E-C2AF-4CB9-A40D-5A1F2CECF613}">
      <dgm:prSet/>
      <dgm:spPr/>
      <dgm:t>
        <a:bodyPr/>
        <a:lstStyle/>
        <a:p>
          <a:r>
            <a:rPr lang="en-PK" b="0" i="0" baseline="0"/>
            <a:t>Spear phishing (targeted)</a:t>
          </a:r>
          <a:endParaRPr lang="en-US"/>
        </a:p>
      </dgm:t>
    </dgm:pt>
    <dgm:pt modelId="{FA7907D1-798A-4DCF-BD64-2D8099DF4119}" type="parTrans" cxnId="{52B307E8-BFDA-4FF6-8196-650E95CFB296}">
      <dgm:prSet/>
      <dgm:spPr/>
      <dgm:t>
        <a:bodyPr/>
        <a:lstStyle/>
        <a:p>
          <a:endParaRPr lang="en-US"/>
        </a:p>
      </dgm:t>
    </dgm:pt>
    <dgm:pt modelId="{E295F395-5F1C-4AC2-8B98-17AED419F621}" type="sibTrans" cxnId="{52B307E8-BFDA-4FF6-8196-650E95CFB296}">
      <dgm:prSet/>
      <dgm:spPr/>
      <dgm:t>
        <a:bodyPr/>
        <a:lstStyle/>
        <a:p>
          <a:endParaRPr lang="en-US"/>
        </a:p>
      </dgm:t>
    </dgm:pt>
    <dgm:pt modelId="{F151B09B-90DD-4586-BB42-908A226C2D9C}">
      <dgm:prSet/>
      <dgm:spPr/>
      <dgm:t>
        <a:bodyPr/>
        <a:lstStyle/>
        <a:p>
          <a:r>
            <a:rPr lang="en-PK" b="0" i="0" baseline="0"/>
            <a:t>Whaling (targeting executives)</a:t>
          </a:r>
          <a:endParaRPr lang="en-US"/>
        </a:p>
      </dgm:t>
    </dgm:pt>
    <dgm:pt modelId="{121EE093-B693-4941-99DD-367CED3B6447}" type="parTrans" cxnId="{99E8DA6B-5C7A-4689-B620-DF0AB10A8EF4}">
      <dgm:prSet/>
      <dgm:spPr/>
      <dgm:t>
        <a:bodyPr/>
        <a:lstStyle/>
        <a:p>
          <a:endParaRPr lang="en-US"/>
        </a:p>
      </dgm:t>
    </dgm:pt>
    <dgm:pt modelId="{B779CC38-C815-4AE6-A370-61534E72F448}" type="sibTrans" cxnId="{99E8DA6B-5C7A-4689-B620-DF0AB10A8EF4}">
      <dgm:prSet/>
      <dgm:spPr/>
      <dgm:t>
        <a:bodyPr/>
        <a:lstStyle/>
        <a:p>
          <a:endParaRPr lang="en-US"/>
        </a:p>
      </dgm:t>
    </dgm:pt>
    <dgm:pt modelId="{94F9DA62-97A0-4711-A582-B3AB357D947F}">
      <dgm:prSet/>
      <dgm:spPr/>
      <dgm:t>
        <a:bodyPr/>
        <a:lstStyle/>
        <a:p>
          <a:r>
            <a:rPr lang="en-PK" b="0" i="0" baseline="0"/>
            <a:t>SMS phishing (Smishing)</a:t>
          </a:r>
          <a:endParaRPr lang="en-US"/>
        </a:p>
      </dgm:t>
    </dgm:pt>
    <dgm:pt modelId="{ED82CC41-EF8F-4D81-9A11-1694CF2B105E}" type="parTrans" cxnId="{6A458D89-54AC-4268-A733-B130056B7987}">
      <dgm:prSet/>
      <dgm:spPr/>
      <dgm:t>
        <a:bodyPr/>
        <a:lstStyle/>
        <a:p>
          <a:endParaRPr lang="en-US"/>
        </a:p>
      </dgm:t>
    </dgm:pt>
    <dgm:pt modelId="{206ECCEB-8CC1-4BAA-9A0B-6686E760C734}" type="sibTrans" cxnId="{6A458D89-54AC-4268-A733-B130056B7987}">
      <dgm:prSet/>
      <dgm:spPr/>
      <dgm:t>
        <a:bodyPr/>
        <a:lstStyle/>
        <a:p>
          <a:endParaRPr lang="en-US"/>
        </a:p>
      </dgm:t>
    </dgm:pt>
    <dgm:pt modelId="{C9F82CCB-B9A5-4F24-BEEF-624E33592F4D}">
      <dgm:prSet/>
      <dgm:spPr/>
      <dgm:t>
        <a:bodyPr/>
        <a:lstStyle/>
        <a:p>
          <a:r>
            <a:rPr lang="en-PK" b="0" i="0" baseline="0"/>
            <a:t>Voice phishing (Vishing)</a:t>
          </a:r>
          <a:endParaRPr lang="en-US"/>
        </a:p>
      </dgm:t>
    </dgm:pt>
    <dgm:pt modelId="{748AF29A-B9ED-4443-A692-15F3F2E8C992}" type="parTrans" cxnId="{C5599E91-0250-4091-B208-3B1F5C44ACF4}">
      <dgm:prSet/>
      <dgm:spPr/>
      <dgm:t>
        <a:bodyPr/>
        <a:lstStyle/>
        <a:p>
          <a:endParaRPr lang="en-US"/>
        </a:p>
      </dgm:t>
    </dgm:pt>
    <dgm:pt modelId="{13D05B4F-2641-4C60-958B-4833523EAA45}" type="sibTrans" cxnId="{C5599E91-0250-4091-B208-3B1F5C44ACF4}">
      <dgm:prSet/>
      <dgm:spPr/>
      <dgm:t>
        <a:bodyPr/>
        <a:lstStyle/>
        <a:p>
          <a:endParaRPr lang="en-US"/>
        </a:p>
      </dgm:t>
    </dgm:pt>
    <dgm:pt modelId="{32551DA2-7B01-49A6-B330-5E8C8EE44859}" type="pres">
      <dgm:prSet presAssocID="{11502A04-6D0C-43FB-A7CF-78FE29495117}" presName="linear" presStyleCnt="0">
        <dgm:presLayoutVars>
          <dgm:dir/>
          <dgm:animLvl val="lvl"/>
          <dgm:resizeHandles val="exact"/>
        </dgm:presLayoutVars>
      </dgm:prSet>
      <dgm:spPr/>
    </dgm:pt>
    <dgm:pt modelId="{14C027B7-6034-4703-9062-728017A5B60D}" type="pres">
      <dgm:prSet presAssocID="{92E4894D-7A88-4EE0-86D7-E0A8BC94AF44}" presName="parentLin" presStyleCnt="0"/>
      <dgm:spPr/>
    </dgm:pt>
    <dgm:pt modelId="{5F817B94-D100-41DB-B932-E071CC536EC3}" type="pres">
      <dgm:prSet presAssocID="{92E4894D-7A88-4EE0-86D7-E0A8BC94AF44}" presName="parentLeftMargin" presStyleLbl="node1" presStyleIdx="0" presStyleCnt="5"/>
      <dgm:spPr/>
    </dgm:pt>
    <dgm:pt modelId="{B1165D55-9D0A-4853-8330-D2B39090F3D3}" type="pres">
      <dgm:prSet presAssocID="{92E4894D-7A88-4EE0-86D7-E0A8BC94AF44}" presName="parentText" presStyleLbl="node1" presStyleIdx="0" presStyleCnt="5">
        <dgm:presLayoutVars>
          <dgm:chMax val="0"/>
          <dgm:bulletEnabled val="1"/>
        </dgm:presLayoutVars>
      </dgm:prSet>
      <dgm:spPr/>
    </dgm:pt>
    <dgm:pt modelId="{77C699DB-BFE8-401C-B7EE-A42E6C24B2C5}" type="pres">
      <dgm:prSet presAssocID="{92E4894D-7A88-4EE0-86D7-E0A8BC94AF44}" presName="negativeSpace" presStyleCnt="0"/>
      <dgm:spPr/>
    </dgm:pt>
    <dgm:pt modelId="{CE1B01D0-775A-473F-B618-8FFF2E5B3BE9}" type="pres">
      <dgm:prSet presAssocID="{92E4894D-7A88-4EE0-86D7-E0A8BC94AF44}" presName="childText" presStyleLbl="conFgAcc1" presStyleIdx="0" presStyleCnt="5">
        <dgm:presLayoutVars>
          <dgm:bulletEnabled val="1"/>
        </dgm:presLayoutVars>
      </dgm:prSet>
      <dgm:spPr/>
    </dgm:pt>
    <dgm:pt modelId="{29E22EEB-479E-45C3-89D9-CA45CB07D425}" type="pres">
      <dgm:prSet presAssocID="{58F5DDB8-84AF-4F29-A174-AC2C602197B2}" presName="spaceBetweenRectangles" presStyleCnt="0"/>
      <dgm:spPr/>
    </dgm:pt>
    <dgm:pt modelId="{A1953929-8944-49B8-9D77-C96D43E86892}" type="pres">
      <dgm:prSet presAssocID="{E7362C3E-C2AF-4CB9-A40D-5A1F2CECF613}" presName="parentLin" presStyleCnt="0"/>
      <dgm:spPr/>
    </dgm:pt>
    <dgm:pt modelId="{8F2D9BDE-EEAF-4357-A352-4A0B26E42885}" type="pres">
      <dgm:prSet presAssocID="{E7362C3E-C2AF-4CB9-A40D-5A1F2CECF613}" presName="parentLeftMargin" presStyleLbl="node1" presStyleIdx="0" presStyleCnt="5"/>
      <dgm:spPr/>
    </dgm:pt>
    <dgm:pt modelId="{74F698E1-404B-41A7-B4BE-30C88CD4B68A}" type="pres">
      <dgm:prSet presAssocID="{E7362C3E-C2AF-4CB9-A40D-5A1F2CECF613}" presName="parentText" presStyleLbl="node1" presStyleIdx="1" presStyleCnt="5">
        <dgm:presLayoutVars>
          <dgm:chMax val="0"/>
          <dgm:bulletEnabled val="1"/>
        </dgm:presLayoutVars>
      </dgm:prSet>
      <dgm:spPr/>
    </dgm:pt>
    <dgm:pt modelId="{A375622D-0A59-43B7-8D76-8EAA34A3908A}" type="pres">
      <dgm:prSet presAssocID="{E7362C3E-C2AF-4CB9-A40D-5A1F2CECF613}" presName="negativeSpace" presStyleCnt="0"/>
      <dgm:spPr/>
    </dgm:pt>
    <dgm:pt modelId="{FE5472B4-0CA7-48B9-B446-2A2188A5A253}" type="pres">
      <dgm:prSet presAssocID="{E7362C3E-C2AF-4CB9-A40D-5A1F2CECF613}" presName="childText" presStyleLbl="conFgAcc1" presStyleIdx="1" presStyleCnt="5">
        <dgm:presLayoutVars>
          <dgm:bulletEnabled val="1"/>
        </dgm:presLayoutVars>
      </dgm:prSet>
      <dgm:spPr/>
    </dgm:pt>
    <dgm:pt modelId="{11776F52-5795-48A7-B744-B234AA953A53}" type="pres">
      <dgm:prSet presAssocID="{E295F395-5F1C-4AC2-8B98-17AED419F621}" presName="spaceBetweenRectangles" presStyleCnt="0"/>
      <dgm:spPr/>
    </dgm:pt>
    <dgm:pt modelId="{33729B38-4887-4B2D-8296-2BC3C0A17407}" type="pres">
      <dgm:prSet presAssocID="{F151B09B-90DD-4586-BB42-908A226C2D9C}" presName="parentLin" presStyleCnt="0"/>
      <dgm:spPr/>
    </dgm:pt>
    <dgm:pt modelId="{BAFACFDE-8C07-4FCC-9410-4AC2D81FECB3}" type="pres">
      <dgm:prSet presAssocID="{F151B09B-90DD-4586-BB42-908A226C2D9C}" presName="parentLeftMargin" presStyleLbl="node1" presStyleIdx="1" presStyleCnt="5"/>
      <dgm:spPr/>
    </dgm:pt>
    <dgm:pt modelId="{391CF5E0-2532-4C5A-9ACB-4B062D3ECDDC}" type="pres">
      <dgm:prSet presAssocID="{F151B09B-90DD-4586-BB42-908A226C2D9C}" presName="parentText" presStyleLbl="node1" presStyleIdx="2" presStyleCnt="5">
        <dgm:presLayoutVars>
          <dgm:chMax val="0"/>
          <dgm:bulletEnabled val="1"/>
        </dgm:presLayoutVars>
      </dgm:prSet>
      <dgm:spPr/>
    </dgm:pt>
    <dgm:pt modelId="{6C7E3CBA-2ACE-4C64-9B30-E9468F1DBC10}" type="pres">
      <dgm:prSet presAssocID="{F151B09B-90DD-4586-BB42-908A226C2D9C}" presName="negativeSpace" presStyleCnt="0"/>
      <dgm:spPr/>
    </dgm:pt>
    <dgm:pt modelId="{92E77F0A-277C-4B39-A027-0008EBC27830}" type="pres">
      <dgm:prSet presAssocID="{F151B09B-90DD-4586-BB42-908A226C2D9C}" presName="childText" presStyleLbl="conFgAcc1" presStyleIdx="2" presStyleCnt="5">
        <dgm:presLayoutVars>
          <dgm:bulletEnabled val="1"/>
        </dgm:presLayoutVars>
      </dgm:prSet>
      <dgm:spPr/>
    </dgm:pt>
    <dgm:pt modelId="{EB62DA7A-7F2B-44FF-9667-5B807DFA1A7E}" type="pres">
      <dgm:prSet presAssocID="{B779CC38-C815-4AE6-A370-61534E72F448}" presName="spaceBetweenRectangles" presStyleCnt="0"/>
      <dgm:spPr/>
    </dgm:pt>
    <dgm:pt modelId="{D30436D1-B589-4229-99D2-1E18B36647EA}" type="pres">
      <dgm:prSet presAssocID="{94F9DA62-97A0-4711-A582-B3AB357D947F}" presName="parentLin" presStyleCnt="0"/>
      <dgm:spPr/>
    </dgm:pt>
    <dgm:pt modelId="{08D372E8-8068-483D-B8BE-A1FE4E824865}" type="pres">
      <dgm:prSet presAssocID="{94F9DA62-97A0-4711-A582-B3AB357D947F}" presName="parentLeftMargin" presStyleLbl="node1" presStyleIdx="2" presStyleCnt="5"/>
      <dgm:spPr/>
    </dgm:pt>
    <dgm:pt modelId="{635304F5-3ECE-441E-A391-FDFBB665EB22}" type="pres">
      <dgm:prSet presAssocID="{94F9DA62-97A0-4711-A582-B3AB357D947F}" presName="parentText" presStyleLbl="node1" presStyleIdx="3" presStyleCnt="5">
        <dgm:presLayoutVars>
          <dgm:chMax val="0"/>
          <dgm:bulletEnabled val="1"/>
        </dgm:presLayoutVars>
      </dgm:prSet>
      <dgm:spPr/>
    </dgm:pt>
    <dgm:pt modelId="{8003BAED-5236-44C6-8973-F0D0841ED303}" type="pres">
      <dgm:prSet presAssocID="{94F9DA62-97A0-4711-A582-B3AB357D947F}" presName="negativeSpace" presStyleCnt="0"/>
      <dgm:spPr/>
    </dgm:pt>
    <dgm:pt modelId="{C290BD43-04C0-4EDF-A01D-5226E5093FB0}" type="pres">
      <dgm:prSet presAssocID="{94F9DA62-97A0-4711-A582-B3AB357D947F}" presName="childText" presStyleLbl="conFgAcc1" presStyleIdx="3" presStyleCnt="5">
        <dgm:presLayoutVars>
          <dgm:bulletEnabled val="1"/>
        </dgm:presLayoutVars>
      </dgm:prSet>
      <dgm:spPr/>
    </dgm:pt>
    <dgm:pt modelId="{4F4F91AA-473B-454C-875B-2F70D357CA7C}" type="pres">
      <dgm:prSet presAssocID="{206ECCEB-8CC1-4BAA-9A0B-6686E760C734}" presName="spaceBetweenRectangles" presStyleCnt="0"/>
      <dgm:spPr/>
    </dgm:pt>
    <dgm:pt modelId="{9E327F17-29DA-4D4D-B6D7-2C00880304C3}" type="pres">
      <dgm:prSet presAssocID="{C9F82CCB-B9A5-4F24-BEEF-624E33592F4D}" presName="parentLin" presStyleCnt="0"/>
      <dgm:spPr/>
    </dgm:pt>
    <dgm:pt modelId="{1B9261F2-D184-43A9-BE81-14FFB6CDF273}" type="pres">
      <dgm:prSet presAssocID="{C9F82CCB-B9A5-4F24-BEEF-624E33592F4D}" presName="parentLeftMargin" presStyleLbl="node1" presStyleIdx="3" presStyleCnt="5"/>
      <dgm:spPr/>
    </dgm:pt>
    <dgm:pt modelId="{CEE54526-815F-4B45-BED4-D5545F859B7E}" type="pres">
      <dgm:prSet presAssocID="{C9F82CCB-B9A5-4F24-BEEF-624E33592F4D}" presName="parentText" presStyleLbl="node1" presStyleIdx="4" presStyleCnt="5">
        <dgm:presLayoutVars>
          <dgm:chMax val="0"/>
          <dgm:bulletEnabled val="1"/>
        </dgm:presLayoutVars>
      </dgm:prSet>
      <dgm:spPr/>
    </dgm:pt>
    <dgm:pt modelId="{126E7415-BB1E-476B-B575-32479945E8A4}" type="pres">
      <dgm:prSet presAssocID="{C9F82CCB-B9A5-4F24-BEEF-624E33592F4D}" presName="negativeSpace" presStyleCnt="0"/>
      <dgm:spPr/>
    </dgm:pt>
    <dgm:pt modelId="{E7A1E3EE-012B-43D8-803A-E1D938D9E965}" type="pres">
      <dgm:prSet presAssocID="{C9F82CCB-B9A5-4F24-BEEF-624E33592F4D}" presName="childText" presStyleLbl="conFgAcc1" presStyleIdx="4" presStyleCnt="5">
        <dgm:presLayoutVars>
          <dgm:bulletEnabled val="1"/>
        </dgm:presLayoutVars>
      </dgm:prSet>
      <dgm:spPr/>
    </dgm:pt>
  </dgm:ptLst>
  <dgm:cxnLst>
    <dgm:cxn modelId="{DF77E464-0746-401A-8E59-C391F0B2AE3F}" type="presOf" srcId="{94F9DA62-97A0-4711-A582-B3AB357D947F}" destId="{635304F5-3ECE-441E-A391-FDFBB665EB22}" srcOrd="1" destOrd="0" presId="urn:microsoft.com/office/officeart/2005/8/layout/list1"/>
    <dgm:cxn modelId="{99E8DA6B-5C7A-4689-B620-DF0AB10A8EF4}" srcId="{11502A04-6D0C-43FB-A7CF-78FE29495117}" destId="{F151B09B-90DD-4586-BB42-908A226C2D9C}" srcOrd="2" destOrd="0" parTransId="{121EE093-B693-4941-99DD-367CED3B6447}" sibTransId="{B779CC38-C815-4AE6-A370-61534E72F448}"/>
    <dgm:cxn modelId="{AA0AB26C-8D7F-4527-AF37-8C45A4623EBA}" type="presOf" srcId="{11502A04-6D0C-43FB-A7CF-78FE29495117}" destId="{32551DA2-7B01-49A6-B330-5E8C8EE44859}" srcOrd="0" destOrd="0" presId="urn:microsoft.com/office/officeart/2005/8/layout/list1"/>
    <dgm:cxn modelId="{E9F9D34D-EAF4-4142-842C-55556008E67B}" type="presOf" srcId="{F151B09B-90DD-4586-BB42-908A226C2D9C}" destId="{391CF5E0-2532-4C5A-9ACB-4B062D3ECDDC}" srcOrd="1" destOrd="0" presId="urn:microsoft.com/office/officeart/2005/8/layout/list1"/>
    <dgm:cxn modelId="{61C1DE70-8780-4D6B-8A8C-E4847B668046}" type="presOf" srcId="{94F9DA62-97A0-4711-A582-B3AB357D947F}" destId="{08D372E8-8068-483D-B8BE-A1FE4E824865}" srcOrd="0" destOrd="0" presId="urn:microsoft.com/office/officeart/2005/8/layout/list1"/>
    <dgm:cxn modelId="{0F78D678-FC70-4F24-80AA-AC629380B312}" type="presOf" srcId="{C9F82CCB-B9A5-4F24-BEEF-624E33592F4D}" destId="{1B9261F2-D184-43A9-BE81-14FFB6CDF273}" srcOrd="0" destOrd="0" presId="urn:microsoft.com/office/officeart/2005/8/layout/list1"/>
    <dgm:cxn modelId="{D724C782-6DBD-4499-9E2E-9E37A65A6D9E}" type="presOf" srcId="{92E4894D-7A88-4EE0-86D7-E0A8BC94AF44}" destId="{B1165D55-9D0A-4853-8330-D2B39090F3D3}" srcOrd="1" destOrd="0" presId="urn:microsoft.com/office/officeart/2005/8/layout/list1"/>
    <dgm:cxn modelId="{6A458D89-54AC-4268-A733-B130056B7987}" srcId="{11502A04-6D0C-43FB-A7CF-78FE29495117}" destId="{94F9DA62-97A0-4711-A582-B3AB357D947F}" srcOrd="3" destOrd="0" parTransId="{ED82CC41-EF8F-4D81-9A11-1694CF2B105E}" sibTransId="{206ECCEB-8CC1-4BAA-9A0B-6686E760C734}"/>
    <dgm:cxn modelId="{C5599E91-0250-4091-B208-3B1F5C44ACF4}" srcId="{11502A04-6D0C-43FB-A7CF-78FE29495117}" destId="{C9F82CCB-B9A5-4F24-BEEF-624E33592F4D}" srcOrd="4" destOrd="0" parTransId="{748AF29A-B9ED-4443-A692-15F3F2E8C992}" sibTransId="{13D05B4F-2641-4C60-958B-4833523EAA45}"/>
    <dgm:cxn modelId="{2EBD0E99-C843-4F73-A116-86A4521EFE28}" type="presOf" srcId="{E7362C3E-C2AF-4CB9-A40D-5A1F2CECF613}" destId="{74F698E1-404B-41A7-B4BE-30C88CD4B68A}" srcOrd="1" destOrd="0" presId="urn:microsoft.com/office/officeart/2005/8/layout/list1"/>
    <dgm:cxn modelId="{9FD5E2A2-B8E0-4C04-BFA7-34AA41BEF3A1}" type="presOf" srcId="{F151B09B-90DD-4586-BB42-908A226C2D9C}" destId="{BAFACFDE-8C07-4FCC-9410-4AC2D81FECB3}" srcOrd="0" destOrd="0" presId="urn:microsoft.com/office/officeart/2005/8/layout/list1"/>
    <dgm:cxn modelId="{38EA3CBA-6115-4512-9DFD-B22D2ADA9DC8}" type="presOf" srcId="{92E4894D-7A88-4EE0-86D7-E0A8BC94AF44}" destId="{5F817B94-D100-41DB-B932-E071CC536EC3}" srcOrd="0" destOrd="0" presId="urn:microsoft.com/office/officeart/2005/8/layout/list1"/>
    <dgm:cxn modelId="{C91AC0D1-105A-4375-8243-F3A927DDBBFC}" type="presOf" srcId="{C9F82CCB-B9A5-4F24-BEEF-624E33592F4D}" destId="{CEE54526-815F-4B45-BED4-D5545F859B7E}" srcOrd="1" destOrd="0" presId="urn:microsoft.com/office/officeart/2005/8/layout/list1"/>
    <dgm:cxn modelId="{DB1518E0-5BFC-4E16-B78C-18804A86D0AC}" type="presOf" srcId="{E7362C3E-C2AF-4CB9-A40D-5A1F2CECF613}" destId="{8F2D9BDE-EEAF-4357-A352-4A0B26E42885}" srcOrd="0" destOrd="0" presId="urn:microsoft.com/office/officeart/2005/8/layout/list1"/>
    <dgm:cxn modelId="{52B307E8-BFDA-4FF6-8196-650E95CFB296}" srcId="{11502A04-6D0C-43FB-A7CF-78FE29495117}" destId="{E7362C3E-C2AF-4CB9-A40D-5A1F2CECF613}" srcOrd="1" destOrd="0" parTransId="{FA7907D1-798A-4DCF-BD64-2D8099DF4119}" sibTransId="{E295F395-5F1C-4AC2-8B98-17AED419F621}"/>
    <dgm:cxn modelId="{4EC5B2F6-A9C4-4191-AE50-3779E4B63885}" srcId="{11502A04-6D0C-43FB-A7CF-78FE29495117}" destId="{92E4894D-7A88-4EE0-86D7-E0A8BC94AF44}" srcOrd="0" destOrd="0" parTransId="{5AA1976C-C104-496E-B199-97ADF30C2781}" sibTransId="{58F5DDB8-84AF-4F29-A174-AC2C602197B2}"/>
    <dgm:cxn modelId="{A5D23571-89B3-4952-BBF0-8536D40E74A5}" type="presParOf" srcId="{32551DA2-7B01-49A6-B330-5E8C8EE44859}" destId="{14C027B7-6034-4703-9062-728017A5B60D}" srcOrd="0" destOrd="0" presId="urn:microsoft.com/office/officeart/2005/8/layout/list1"/>
    <dgm:cxn modelId="{3930EF3E-6DF2-4B9C-8FA6-ADA4CF6FB5DA}" type="presParOf" srcId="{14C027B7-6034-4703-9062-728017A5B60D}" destId="{5F817B94-D100-41DB-B932-E071CC536EC3}" srcOrd="0" destOrd="0" presId="urn:microsoft.com/office/officeart/2005/8/layout/list1"/>
    <dgm:cxn modelId="{F475E998-8A9F-434B-BC33-025F6BBC6212}" type="presParOf" srcId="{14C027B7-6034-4703-9062-728017A5B60D}" destId="{B1165D55-9D0A-4853-8330-D2B39090F3D3}" srcOrd="1" destOrd="0" presId="urn:microsoft.com/office/officeart/2005/8/layout/list1"/>
    <dgm:cxn modelId="{6FF74E19-EA29-44E9-8C2A-F17AD4FF69EB}" type="presParOf" srcId="{32551DA2-7B01-49A6-B330-5E8C8EE44859}" destId="{77C699DB-BFE8-401C-B7EE-A42E6C24B2C5}" srcOrd="1" destOrd="0" presId="urn:microsoft.com/office/officeart/2005/8/layout/list1"/>
    <dgm:cxn modelId="{BF116942-A62E-4F3A-BFEB-1A001D3AC8C3}" type="presParOf" srcId="{32551DA2-7B01-49A6-B330-5E8C8EE44859}" destId="{CE1B01D0-775A-473F-B618-8FFF2E5B3BE9}" srcOrd="2" destOrd="0" presId="urn:microsoft.com/office/officeart/2005/8/layout/list1"/>
    <dgm:cxn modelId="{735A6E46-9BD2-492E-AAD1-5D099D065AD2}" type="presParOf" srcId="{32551DA2-7B01-49A6-B330-5E8C8EE44859}" destId="{29E22EEB-479E-45C3-89D9-CA45CB07D425}" srcOrd="3" destOrd="0" presId="urn:microsoft.com/office/officeart/2005/8/layout/list1"/>
    <dgm:cxn modelId="{F799EEDF-E9B6-40C3-992F-7FBF01D91DF6}" type="presParOf" srcId="{32551DA2-7B01-49A6-B330-5E8C8EE44859}" destId="{A1953929-8944-49B8-9D77-C96D43E86892}" srcOrd="4" destOrd="0" presId="urn:microsoft.com/office/officeart/2005/8/layout/list1"/>
    <dgm:cxn modelId="{6DE38517-13EF-40B7-AB82-4024E727E47A}" type="presParOf" srcId="{A1953929-8944-49B8-9D77-C96D43E86892}" destId="{8F2D9BDE-EEAF-4357-A352-4A0B26E42885}" srcOrd="0" destOrd="0" presId="urn:microsoft.com/office/officeart/2005/8/layout/list1"/>
    <dgm:cxn modelId="{FB3EE384-8FEA-4A99-BCCF-86C8156C66B4}" type="presParOf" srcId="{A1953929-8944-49B8-9D77-C96D43E86892}" destId="{74F698E1-404B-41A7-B4BE-30C88CD4B68A}" srcOrd="1" destOrd="0" presId="urn:microsoft.com/office/officeart/2005/8/layout/list1"/>
    <dgm:cxn modelId="{CF2FBDD6-E99B-4336-813B-EFBA4FC23578}" type="presParOf" srcId="{32551DA2-7B01-49A6-B330-5E8C8EE44859}" destId="{A375622D-0A59-43B7-8D76-8EAA34A3908A}" srcOrd="5" destOrd="0" presId="urn:microsoft.com/office/officeart/2005/8/layout/list1"/>
    <dgm:cxn modelId="{F9DD995B-6084-4992-9E0A-A16D7AA9BB1D}" type="presParOf" srcId="{32551DA2-7B01-49A6-B330-5E8C8EE44859}" destId="{FE5472B4-0CA7-48B9-B446-2A2188A5A253}" srcOrd="6" destOrd="0" presId="urn:microsoft.com/office/officeart/2005/8/layout/list1"/>
    <dgm:cxn modelId="{C4ACA5C6-DFD2-49E5-BBD5-085BB61244A5}" type="presParOf" srcId="{32551DA2-7B01-49A6-B330-5E8C8EE44859}" destId="{11776F52-5795-48A7-B744-B234AA953A53}" srcOrd="7" destOrd="0" presId="urn:microsoft.com/office/officeart/2005/8/layout/list1"/>
    <dgm:cxn modelId="{B9065437-0C29-440B-B256-7A5BD8C5F2E0}" type="presParOf" srcId="{32551DA2-7B01-49A6-B330-5E8C8EE44859}" destId="{33729B38-4887-4B2D-8296-2BC3C0A17407}" srcOrd="8" destOrd="0" presId="urn:microsoft.com/office/officeart/2005/8/layout/list1"/>
    <dgm:cxn modelId="{8AB92A8F-FC75-43FF-8D95-9B89876543D5}" type="presParOf" srcId="{33729B38-4887-4B2D-8296-2BC3C0A17407}" destId="{BAFACFDE-8C07-4FCC-9410-4AC2D81FECB3}" srcOrd="0" destOrd="0" presId="urn:microsoft.com/office/officeart/2005/8/layout/list1"/>
    <dgm:cxn modelId="{FB14952C-0B3A-4A08-ACEF-B3B83F998028}" type="presParOf" srcId="{33729B38-4887-4B2D-8296-2BC3C0A17407}" destId="{391CF5E0-2532-4C5A-9ACB-4B062D3ECDDC}" srcOrd="1" destOrd="0" presId="urn:microsoft.com/office/officeart/2005/8/layout/list1"/>
    <dgm:cxn modelId="{98D5AA15-8CBA-4978-ABF5-0BB696FADC8E}" type="presParOf" srcId="{32551DA2-7B01-49A6-B330-5E8C8EE44859}" destId="{6C7E3CBA-2ACE-4C64-9B30-E9468F1DBC10}" srcOrd="9" destOrd="0" presId="urn:microsoft.com/office/officeart/2005/8/layout/list1"/>
    <dgm:cxn modelId="{955749A6-2E09-46CF-B5F6-4BB4DC0A1B0F}" type="presParOf" srcId="{32551DA2-7B01-49A6-B330-5E8C8EE44859}" destId="{92E77F0A-277C-4B39-A027-0008EBC27830}" srcOrd="10" destOrd="0" presId="urn:microsoft.com/office/officeart/2005/8/layout/list1"/>
    <dgm:cxn modelId="{2292425A-B3BA-4577-801B-F92B9F4F66F1}" type="presParOf" srcId="{32551DA2-7B01-49A6-B330-5E8C8EE44859}" destId="{EB62DA7A-7F2B-44FF-9667-5B807DFA1A7E}" srcOrd="11" destOrd="0" presId="urn:microsoft.com/office/officeart/2005/8/layout/list1"/>
    <dgm:cxn modelId="{9CB1FA53-F7D3-4E8E-87AA-002548269537}" type="presParOf" srcId="{32551DA2-7B01-49A6-B330-5E8C8EE44859}" destId="{D30436D1-B589-4229-99D2-1E18B36647EA}" srcOrd="12" destOrd="0" presId="urn:microsoft.com/office/officeart/2005/8/layout/list1"/>
    <dgm:cxn modelId="{A2A4E8E8-73B4-459E-9579-F47F99E80CB8}" type="presParOf" srcId="{D30436D1-B589-4229-99D2-1E18B36647EA}" destId="{08D372E8-8068-483D-B8BE-A1FE4E824865}" srcOrd="0" destOrd="0" presId="urn:microsoft.com/office/officeart/2005/8/layout/list1"/>
    <dgm:cxn modelId="{270ABDA0-589B-4418-BB20-35293EEE2061}" type="presParOf" srcId="{D30436D1-B589-4229-99D2-1E18B36647EA}" destId="{635304F5-3ECE-441E-A391-FDFBB665EB22}" srcOrd="1" destOrd="0" presId="urn:microsoft.com/office/officeart/2005/8/layout/list1"/>
    <dgm:cxn modelId="{CAAB54CF-B4A9-4FDB-888A-C1BC2DC2DAE1}" type="presParOf" srcId="{32551DA2-7B01-49A6-B330-5E8C8EE44859}" destId="{8003BAED-5236-44C6-8973-F0D0841ED303}" srcOrd="13" destOrd="0" presId="urn:microsoft.com/office/officeart/2005/8/layout/list1"/>
    <dgm:cxn modelId="{08DBFAEA-245D-432C-86DB-DB64B808F5AD}" type="presParOf" srcId="{32551DA2-7B01-49A6-B330-5E8C8EE44859}" destId="{C290BD43-04C0-4EDF-A01D-5226E5093FB0}" srcOrd="14" destOrd="0" presId="urn:microsoft.com/office/officeart/2005/8/layout/list1"/>
    <dgm:cxn modelId="{65CE2AE4-5473-4284-825D-9397C2E5FFAD}" type="presParOf" srcId="{32551DA2-7B01-49A6-B330-5E8C8EE44859}" destId="{4F4F91AA-473B-454C-875B-2F70D357CA7C}" srcOrd="15" destOrd="0" presId="urn:microsoft.com/office/officeart/2005/8/layout/list1"/>
    <dgm:cxn modelId="{2DE40688-0455-4C3A-AF28-85B4D52CBC3E}" type="presParOf" srcId="{32551DA2-7B01-49A6-B330-5E8C8EE44859}" destId="{9E327F17-29DA-4D4D-B6D7-2C00880304C3}" srcOrd="16" destOrd="0" presId="urn:microsoft.com/office/officeart/2005/8/layout/list1"/>
    <dgm:cxn modelId="{ABE2B080-4868-4399-95C6-F7D7A5091075}" type="presParOf" srcId="{9E327F17-29DA-4D4D-B6D7-2C00880304C3}" destId="{1B9261F2-D184-43A9-BE81-14FFB6CDF273}" srcOrd="0" destOrd="0" presId="urn:microsoft.com/office/officeart/2005/8/layout/list1"/>
    <dgm:cxn modelId="{94A69116-A288-49AC-81B2-F8DF55753BCD}" type="presParOf" srcId="{9E327F17-29DA-4D4D-B6D7-2C00880304C3}" destId="{CEE54526-815F-4B45-BED4-D5545F859B7E}" srcOrd="1" destOrd="0" presId="urn:microsoft.com/office/officeart/2005/8/layout/list1"/>
    <dgm:cxn modelId="{5CA5FD04-A250-4EF6-9C92-D7DAB67D54AB}" type="presParOf" srcId="{32551DA2-7B01-49A6-B330-5E8C8EE44859}" destId="{126E7415-BB1E-476B-B575-32479945E8A4}" srcOrd="17" destOrd="0" presId="urn:microsoft.com/office/officeart/2005/8/layout/list1"/>
    <dgm:cxn modelId="{C10553BC-8971-4E28-85B5-9E5BAC0A6590}" type="presParOf" srcId="{32551DA2-7B01-49A6-B330-5E8C8EE44859}" destId="{E7A1E3EE-012B-43D8-803A-E1D938D9E965}"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05DB9B-709E-4A2A-AFDB-67A2AD12F86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615BBEC-A2E3-401B-93D5-FA107ECDBAAA}">
      <dgm:prSet/>
      <dgm:spPr/>
      <dgm:t>
        <a:bodyPr/>
        <a:lstStyle/>
        <a:p>
          <a:pPr>
            <a:lnSpc>
              <a:spcPct val="100000"/>
            </a:lnSpc>
          </a:pPr>
          <a:r>
            <a:rPr lang="en-PK" b="0" i="0" baseline="0"/>
            <a:t>Look for suspicious sender addresses</a:t>
          </a:r>
          <a:endParaRPr lang="en-US" b="0" i="0" baseline="0"/>
        </a:p>
      </dgm:t>
    </dgm:pt>
    <dgm:pt modelId="{CFD07954-8B62-40DC-AEF5-AE7FD63B505E}" type="parTrans" cxnId="{5FB52D36-2AC2-4DEA-8793-B66658DF0106}">
      <dgm:prSet/>
      <dgm:spPr/>
      <dgm:t>
        <a:bodyPr/>
        <a:lstStyle/>
        <a:p>
          <a:endParaRPr lang="en-US"/>
        </a:p>
      </dgm:t>
    </dgm:pt>
    <dgm:pt modelId="{FD18ECC2-049D-41B5-B843-3E8291E67890}" type="sibTrans" cxnId="{5FB52D36-2AC2-4DEA-8793-B66658DF0106}">
      <dgm:prSet/>
      <dgm:spPr/>
      <dgm:t>
        <a:bodyPr/>
        <a:lstStyle/>
        <a:p>
          <a:endParaRPr lang="en-US"/>
        </a:p>
      </dgm:t>
    </dgm:pt>
    <dgm:pt modelId="{FAD110B8-A7E4-4C17-9D51-2402E80AE2C2}">
      <dgm:prSet/>
      <dgm:spPr/>
      <dgm:t>
        <a:bodyPr/>
        <a:lstStyle/>
        <a:p>
          <a:pPr>
            <a:lnSpc>
              <a:spcPct val="100000"/>
            </a:lnSpc>
          </a:pPr>
          <a:r>
            <a:rPr lang="en-PK" b="0" i="0" baseline="0"/>
            <a:t>Urgent or threatening language</a:t>
          </a:r>
          <a:endParaRPr lang="en-US"/>
        </a:p>
      </dgm:t>
    </dgm:pt>
    <dgm:pt modelId="{BC025935-6745-4F4D-B38B-402A91B7B160}" type="parTrans" cxnId="{03266892-9691-4443-9EC2-E23C582699E4}">
      <dgm:prSet/>
      <dgm:spPr/>
      <dgm:t>
        <a:bodyPr/>
        <a:lstStyle/>
        <a:p>
          <a:endParaRPr lang="en-US"/>
        </a:p>
      </dgm:t>
    </dgm:pt>
    <dgm:pt modelId="{B12FC81A-A30B-4BBF-818E-F75C24FC3677}" type="sibTrans" cxnId="{03266892-9691-4443-9EC2-E23C582699E4}">
      <dgm:prSet/>
      <dgm:spPr/>
      <dgm:t>
        <a:bodyPr/>
        <a:lstStyle/>
        <a:p>
          <a:endParaRPr lang="en-US"/>
        </a:p>
      </dgm:t>
    </dgm:pt>
    <dgm:pt modelId="{C2255F3D-8C2A-498E-BFF9-96AD939FCDFD}">
      <dgm:prSet/>
      <dgm:spPr/>
      <dgm:t>
        <a:bodyPr/>
        <a:lstStyle/>
        <a:p>
          <a:pPr>
            <a:lnSpc>
              <a:spcPct val="100000"/>
            </a:lnSpc>
          </a:pPr>
          <a:r>
            <a:rPr lang="en-PK" b="0" i="0" baseline="0"/>
            <a:t>Unexpected attachments or links</a:t>
          </a:r>
          <a:endParaRPr lang="en-US"/>
        </a:p>
      </dgm:t>
    </dgm:pt>
    <dgm:pt modelId="{0CCABEB3-C4DC-4A24-B40C-E6F0C0D9ACB1}" type="parTrans" cxnId="{A6482E37-E2EB-4FC2-9B2C-C234CCE612E7}">
      <dgm:prSet/>
      <dgm:spPr/>
      <dgm:t>
        <a:bodyPr/>
        <a:lstStyle/>
        <a:p>
          <a:endParaRPr lang="en-US"/>
        </a:p>
      </dgm:t>
    </dgm:pt>
    <dgm:pt modelId="{6023CF82-F3C7-480B-997E-8664C7976DFB}" type="sibTrans" cxnId="{A6482E37-E2EB-4FC2-9B2C-C234CCE612E7}">
      <dgm:prSet/>
      <dgm:spPr/>
      <dgm:t>
        <a:bodyPr/>
        <a:lstStyle/>
        <a:p>
          <a:endParaRPr lang="en-US"/>
        </a:p>
      </dgm:t>
    </dgm:pt>
    <dgm:pt modelId="{CCC9B339-C9D9-448A-B2D3-94DC1B5B37CD}">
      <dgm:prSet/>
      <dgm:spPr/>
      <dgm:t>
        <a:bodyPr/>
        <a:lstStyle/>
        <a:p>
          <a:pPr>
            <a:lnSpc>
              <a:spcPct val="100000"/>
            </a:lnSpc>
          </a:pPr>
          <a:r>
            <a:rPr lang="en-PK" b="0" i="0" baseline="0"/>
            <a:t>Example: fake bank email</a:t>
          </a:r>
          <a:endParaRPr lang="en-US"/>
        </a:p>
      </dgm:t>
    </dgm:pt>
    <dgm:pt modelId="{E7EF6E2D-25EA-4FAB-9881-AD6AF58C2705}" type="parTrans" cxnId="{D93CE3BC-E3B6-456B-8F2F-8E5E5D4EE5A1}">
      <dgm:prSet/>
      <dgm:spPr/>
      <dgm:t>
        <a:bodyPr/>
        <a:lstStyle/>
        <a:p>
          <a:endParaRPr lang="en-US"/>
        </a:p>
      </dgm:t>
    </dgm:pt>
    <dgm:pt modelId="{0359FDC6-7BC3-49CE-84CD-E16A5ED0DEFB}" type="sibTrans" cxnId="{D93CE3BC-E3B6-456B-8F2F-8E5E5D4EE5A1}">
      <dgm:prSet/>
      <dgm:spPr/>
      <dgm:t>
        <a:bodyPr/>
        <a:lstStyle/>
        <a:p>
          <a:endParaRPr lang="en-US"/>
        </a:p>
      </dgm:t>
    </dgm:pt>
    <dgm:pt modelId="{8E4B9632-631C-4655-B932-9D8C6A3062E6}" type="pres">
      <dgm:prSet presAssocID="{2105DB9B-709E-4A2A-AFDB-67A2AD12F867}" presName="root" presStyleCnt="0">
        <dgm:presLayoutVars>
          <dgm:dir/>
          <dgm:resizeHandles val="exact"/>
        </dgm:presLayoutVars>
      </dgm:prSet>
      <dgm:spPr/>
    </dgm:pt>
    <dgm:pt modelId="{DBA467B7-0DD6-4055-8568-25DE7622C56E}" type="pres">
      <dgm:prSet presAssocID="{5615BBEC-A2E3-401B-93D5-FA107ECDBAAA}" presName="compNode" presStyleCnt="0"/>
      <dgm:spPr/>
    </dgm:pt>
    <dgm:pt modelId="{6EF757E7-9649-4AF7-AA45-9E3C68A9132C}" type="pres">
      <dgm:prSet presAssocID="{5615BBEC-A2E3-401B-93D5-FA107ECDBAAA}" presName="bgRect" presStyleLbl="bgShp" presStyleIdx="0" presStyleCnt="4"/>
      <dgm:spPr/>
    </dgm:pt>
    <dgm:pt modelId="{806B6C0F-1C9B-46A4-86E7-6FA74DEAD76E}" type="pres">
      <dgm:prSet presAssocID="{5615BBEC-A2E3-401B-93D5-FA107ECDBA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D8F72A8A-CAFB-4758-84CF-BFB12205CF49}" type="pres">
      <dgm:prSet presAssocID="{5615BBEC-A2E3-401B-93D5-FA107ECDBAAA}" presName="spaceRect" presStyleCnt="0"/>
      <dgm:spPr/>
    </dgm:pt>
    <dgm:pt modelId="{E06E54CC-CE0F-4B3A-BA5E-316B06B53017}" type="pres">
      <dgm:prSet presAssocID="{5615BBEC-A2E3-401B-93D5-FA107ECDBAAA}" presName="parTx" presStyleLbl="revTx" presStyleIdx="0" presStyleCnt="4">
        <dgm:presLayoutVars>
          <dgm:chMax val="0"/>
          <dgm:chPref val="0"/>
        </dgm:presLayoutVars>
      </dgm:prSet>
      <dgm:spPr/>
    </dgm:pt>
    <dgm:pt modelId="{40DC63DA-8FDF-43FB-A413-BC2689671861}" type="pres">
      <dgm:prSet presAssocID="{FD18ECC2-049D-41B5-B843-3E8291E67890}" presName="sibTrans" presStyleCnt="0"/>
      <dgm:spPr/>
    </dgm:pt>
    <dgm:pt modelId="{8A8C8A4A-C621-4CD6-BA36-C6249EA7471E}" type="pres">
      <dgm:prSet presAssocID="{FAD110B8-A7E4-4C17-9D51-2402E80AE2C2}" presName="compNode" presStyleCnt="0"/>
      <dgm:spPr/>
    </dgm:pt>
    <dgm:pt modelId="{17A48A79-4514-4455-A336-538D2EAB6737}" type="pres">
      <dgm:prSet presAssocID="{FAD110B8-A7E4-4C17-9D51-2402E80AE2C2}" presName="bgRect" presStyleLbl="bgShp" presStyleIdx="1" presStyleCnt="4"/>
      <dgm:spPr/>
    </dgm:pt>
    <dgm:pt modelId="{9EB0D8FA-E2BD-4EE3-908D-C54BC75E6ABE}" type="pres">
      <dgm:prSet presAssocID="{FAD110B8-A7E4-4C17-9D51-2402E80AE2C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A7D9F57D-9FE7-4E3A-B3AA-3B93173FE935}" type="pres">
      <dgm:prSet presAssocID="{FAD110B8-A7E4-4C17-9D51-2402E80AE2C2}" presName="spaceRect" presStyleCnt="0"/>
      <dgm:spPr/>
    </dgm:pt>
    <dgm:pt modelId="{A81DBC9B-DABB-455A-8D6A-B327D3E70F8B}" type="pres">
      <dgm:prSet presAssocID="{FAD110B8-A7E4-4C17-9D51-2402E80AE2C2}" presName="parTx" presStyleLbl="revTx" presStyleIdx="1" presStyleCnt="4">
        <dgm:presLayoutVars>
          <dgm:chMax val="0"/>
          <dgm:chPref val="0"/>
        </dgm:presLayoutVars>
      </dgm:prSet>
      <dgm:spPr/>
    </dgm:pt>
    <dgm:pt modelId="{335EC7FC-DFF1-428C-8267-9010305F3174}" type="pres">
      <dgm:prSet presAssocID="{B12FC81A-A30B-4BBF-818E-F75C24FC3677}" presName="sibTrans" presStyleCnt="0"/>
      <dgm:spPr/>
    </dgm:pt>
    <dgm:pt modelId="{9E7176A0-80E2-4B88-B7AA-9A03C564FB0B}" type="pres">
      <dgm:prSet presAssocID="{C2255F3D-8C2A-498E-BFF9-96AD939FCDFD}" presName="compNode" presStyleCnt="0"/>
      <dgm:spPr/>
    </dgm:pt>
    <dgm:pt modelId="{54AAB397-F18D-4BFB-BF0F-83F4564874AF}" type="pres">
      <dgm:prSet presAssocID="{C2255F3D-8C2A-498E-BFF9-96AD939FCDFD}" presName="bgRect" presStyleLbl="bgShp" presStyleIdx="2" presStyleCnt="4"/>
      <dgm:spPr/>
    </dgm:pt>
    <dgm:pt modelId="{DDADA136-3C57-4324-BB42-4C2D777D0B8E}" type="pres">
      <dgm:prSet presAssocID="{C2255F3D-8C2A-498E-BFF9-96AD939FCDF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clip"/>
        </a:ext>
      </dgm:extLst>
    </dgm:pt>
    <dgm:pt modelId="{C082A7C9-0B9D-40EF-B8FE-5ED31D35EAEF}" type="pres">
      <dgm:prSet presAssocID="{C2255F3D-8C2A-498E-BFF9-96AD939FCDFD}" presName="spaceRect" presStyleCnt="0"/>
      <dgm:spPr/>
    </dgm:pt>
    <dgm:pt modelId="{2EE6324F-77AD-4D9E-BD47-2D0730F3F5CB}" type="pres">
      <dgm:prSet presAssocID="{C2255F3D-8C2A-498E-BFF9-96AD939FCDFD}" presName="parTx" presStyleLbl="revTx" presStyleIdx="2" presStyleCnt="4">
        <dgm:presLayoutVars>
          <dgm:chMax val="0"/>
          <dgm:chPref val="0"/>
        </dgm:presLayoutVars>
      </dgm:prSet>
      <dgm:spPr/>
    </dgm:pt>
    <dgm:pt modelId="{8AEA3AAC-39CF-4FAC-B466-85EBD397462A}" type="pres">
      <dgm:prSet presAssocID="{6023CF82-F3C7-480B-997E-8664C7976DFB}" presName="sibTrans" presStyleCnt="0"/>
      <dgm:spPr/>
    </dgm:pt>
    <dgm:pt modelId="{6E7B9F64-BE7D-4C42-9599-C3FEB94EBCC6}" type="pres">
      <dgm:prSet presAssocID="{CCC9B339-C9D9-448A-B2D3-94DC1B5B37CD}" presName="compNode" presStyleCnt="0"/>
      <dgm:spPr/>
    </dgm:pt>
    <dgm:pt modelId="{C5B54B28-E0EC-450A-90F0-7494C6DB1C00}" type="pres">
      <dgm:prSet presAssocID="{CCC9B339-C9D9-448A-B2D3-94DC1B5B37CD}" presName="bgRect" presStyleLbl="bgShp" presStyleIdx="3" presStyleCnt="4"/>
      <dgm:spPr/>
    </dgm:pt>
    <dgm:pt modelId="{3F6DBBAA-94BE-4EAA-B3AF-164217BFA83C}" type="pres">
      <dgm:prSet presAssocID="{CCC9B339-C9D9-448A-B2D3-94DC1B5B37C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nvelope"/>
        </a:ext>
      </dgm:extLst>
    </dgm:pt>
    <dgm:pt modelId="{213A1CFB-3EA1-4E1C-BC5C-1966F9538A7E}" type="pres">
      <dgm:prSet presAssocID="{CCC9B339-C9D9-448A-B2D3-94DC1B5B37CD}" presName="spaceRect" presStyleCnt="0"/>
      <dgm:spPr/>
    </dgm:pt>
    <dgm:pt modelId="{870CE231-A5E9-4128-A1A8-560C3EE58162}" type="pres">
      <dgm:prSet presAssocID="{CCC9B339-C9D9-448A-B2D3-94DC1B5B37CD}" presName="parTx" presStyleLbl="revTx" presStyleIdx="3" presStyleCnt="4">
        <dgm:presLayoutVars>
          <dgm:chMax val="0"/>
          <dgm:chPref val="0"/>
        </dgm:presLayoutVars>
      </dgm:prSet>
      <dgm:spPr/>
    </dgm:pt>
  </dgm:ptLst>
  <dgm:cxnLst>
    <dgm:cxn modelId="{38D7A429-94FB-4431-8908-977BDB3A21BB}" type="presOf" srcId="{2105DB9B-709E-4A2A-AFDB-67A2AD12F867}" destId="{8E4B9632-631C-4655-B932-9D8C6A3062E6}" srcOrd="0" destOrd="0" presId="urn:microsoft.com/office/officeart/2018/2/layout/IconVerticalSolidList"/>
    <dgm:cxn modelId="{5FB52D36-2AC2-4DEA-8793-B66658DF0106}" srcId="{2105DB9B-709E-4A2A-AFDB-67A2AD12F867}" destId="{5615BBEC-A2E3-401B-93D5-FA107ECDBAAA}" srcOrd="0" destOrd="0" parTransId="{CFD07954-8B62-40DC-AEF5-AE7FD63B505E}" sibTransId="{FD18ECC2-049D-41B5-B843-3E8291E67890}"/>
    <dgm:cxn modelId="{A6482E37-E2EB-4FC2-9B2C-C234CCE612E7}" srcId="{2105DB9B-709E-4A2A-AFDB-67A2AD12F867}" destId="{C2255F3D-8C2A-498E-BFF9-96AD939FCDFD}" srcOrd="2" destOrd="0" parTransId="{0CCABEB3-C4DC-4A24-B40C-E6F0C0D9ACB1}" sibTransId="{6023CF82-F3C7-480B-997E-8664C7976DFB}"/>
    <dgm:cxn modelId="{D36E263F-3624-48A4-B77E-CA5E1AFAC314}" type="presOf" srcId="{CCC9B339-C9D9-448A-B2D3-94DC1B5B37CD}" destId="{870CE231-A5E9-4128-A1A8-560C3EE58162}" srcOrd="0" destOrd="0" presId="urn:microsoft.com/office/officeart/2018/2/layout/IconVerticalSolidList"/>
    <dgm:cxn modelId="{4C77F67B-D649-4036-9DE0-80C637FF1806}" type="presOf" srcId="{C2255F3D-8C2A-498E-BFF9-96AD939FCDFD}" destId="{2EE6324F-77AD-4D9E-BD47-2D0730F3F5CB}" srcOrd="0" destOrd="0" presId="urn:microsoft.com/office/officeart/2018/2/layout/IconVerticalSolidList"/>
    <dgm:cxn modelId="{03266892-9691-4443-9EC2-E23C582699E4}" srcId="{2105DB9B-709E-4A2A-AFDB-67A2AD12F867}" destId="{FAD110B8-A7E4-4C17-9D51-2402E80AE2C2}" srcOrd="1" destOrd="0" parTransId="{BC025935-6745-4F4D-B38B-402A91B7B160}" sibTransId="{B12FC81A-A30B-4BBF-818E-F75C24FC3677}"/>
    <dgm:cxn modelId="{D93CE3BC-E3B6-456B-8F2F-8E5E5D4EE5A1}" srcId="{2105DB9B-709E-4A2A-AFDB-67A2AD12F867}" destId="{CCC9B339-C9D9-448A-B2D3-94DC1B5B37CD}" srcOrd="3" destOrd="0" parTransId="{E7EF6E2D-25EA-4FAB-9881-AD6AF58C2705}" sibTransId="{0359FDC6-7BC3-49CE-84CD-E16A5ED0DEFB}"/>
    <dgm:cxn modelId="{50E402BE-17F2-4D7C-943B-97EA0C115DCD}" type="presOf" srcId="{5615BBEC-A2E3-401B-93D5-FA107ECDBAAA}" destId="{E06E54CC-CE0F-4B3A-BA5E-316B06B53017}" srcOrd="0" destOrd="0" presId="urn:microsoft.com/office/officeart/2018/2/layout/IconVerticalSolidList"/>
    <dgm:cxn modelId="{228D12E7-9C33-4915-857C-0BEA0E99D3E7}" type="presOf" srcId="{FAD110B8-A7E4-4C17-9D51-2402E80AE2C2}" destId="{A81DBC9B-DABB-455A-8D6A-B327D3E70F8B}" srcOrd="0" destOrd="0" presId="urn:microsoft.com/office/officeart/2018/2/layout/IconVerticalSolidList"/>
    <dgm:cxn modelId="{D4EC0D23-E5D4-4D56-843E-D51472E1A827}" type="presParOf" srcId="{8E4B9632-631C-4655-B932-9D8C6A3062E6}" destId="{DBA467B7-0DD6-4055-8568-25DE7622C56E}" srcOrd="0" destOrd="0" presId="urn:microsoft.com/office/officeart/2018/2/layout/IconVerticalSolidList"/>
    <dgm:cxn modelId="{B8C1604D-428A-4D0C-8BD2-72D9CFCA5398}" type="presParOf" srcId="{DBA467B7-0DD6-4055-8568-25DE7622C56E}" destId="{6EF757E7-9649-4AF7-AA45-9E3C68A9132C}" srcOrd="0" destOrd="0" presId="urn:microsoft.com/office/officeart/2018/2/layout/IconVerticalSolidList"/>
    <dgm:cxn modelId="{7BEE98DF-C682-4E3D-BF67-B3958B4E3158}" type="presParOf" srcId="{DBA467B7-0DD6-4055-8568-25DE7622C56E}" destId="{806B6C0F-1C9B-46A4-86E7-6FA74DEAD76E}" srcOrd="1" destOrd="0" presId="urn:microsoft.com/office/officeart/2018/2/layout/IconVerticalSolidList"/>
    <dgm:cxn modelId="{E9309E25-8193-4041-9E6A-5E495A08E988}" type="presParOf" srcId="{DBA467B7-0DD6-4055-8568-25DE7622C56E}" destId="{D8F72A8A-CAFB-4758-84CF-BFB12205CF49}" srcOrd="2" destOrd="0" presId="urn:microsoft.com/office/officeart/2018/2/layout/IconVerticalSolidList"/>
    <dgm:cxn modelId="{31CEE30F-4D43-4496-A1B0-A0060276CB8E}" type="presParOf" srcId="{DBA467B7-0DD6-4055-8568-25DE7622C56E}" destId="{E06E54CC-CE0F-4B3A-BA5E-316B06B53017}" srcOrd="3" destOrd="0" presId="urn:microsoft.com/office/officeart/2018/2/layout/IconVerticalSolidList"/>
    <dgm:cxn modelId="{09499299-7CCC-4E7C-996F-C8B2918DF6A4}" type="presParOf" srcId="{8E4B9632-631C-4655-B932-9D8C6A3062E6}" destId="{40DC63DA-8FDF-43FB-A413-BC2689671861}" srcOrd="1" destOrd="0" presId="urn:microsoft.com/office/officeart/2018/2/layout/IconVerticalSolidList"/>
    <dgm:cxn modelId="{7BE7B58D-C4EB-433B-B1C1-828AFF653F21}" type="presParOf" srcId="{8E4B9632-631C-4655-B932-9D8C6A3062E6}" destId="{8A8C8A4A-C621-4CD6-BA36-C6249EA7471E}" srcOrd="2" destOrd="0" presId="urn:microsoft.com/office/officeart/2018/2/layout/IconVerticalSolidList"/>
    <dgm:cxn modelId="{BBA9BDA0-17A0-405C-A3C9-8980FE67D4DC}" type="presParOf" srcId="{8A8C8A4A-C621-4CD6-BA36-C6249EA7471E}" destId="{17A48A79-4514-4455-A336-538D2EAB6737}" srcOrd="0" destOrd="0" presId="urn:microsoft.com/office/officeart/2018/2/layout/IconVerticalSolidList"/>
    <dgm:cxn modelId="{0F7E739B-D79C-4131-9FF9-998548EC2B58}" type="presParOf" srcId="{8A8C8A4A-C621-4CD6-BA36-C6249EA7471E}" destId="{9EB0D8FA-E2BD-4EE3-908D-C54BC75E6ABE}" srcOrd="1" destOrd="0" presId="urn:microsoft.com/office/officeart/2018/2/layout/IconVerticalSolidList"/>
    <dgm:cxn modelId="{742ECDBE-8E34-4BA2-9BC2-5059A8A20CB2}" type="presParOf" srcId="{8A8C8A4A-C621-4CD6-BA36-C6249EA7471E}" destId="{A7D9F57D-9FE7-4E3A-B3AA-3B93173FE935}" srcOrd="2" destOrd="0" presId="urn:microsoft.com/office/officeart/2018/2/layout/IconVerticalSolidList"/>
    <dgm:cxn modelId="{86001C40-7574-47FA-9E98-74DEC8AD5AFA}" type="presParOf" srcId="{8A8C8A4A-C621-4CD6-BA36-C6249EA7471E}" destId="{A81DBC9B-DABB-455A-8D6A-B327D3E70F8B}" srcOrd="3" destOrd="0" presId="urn:microsoft.com/office/officeart/2018/2/layout/IconVerticalSolidList"/>
    <dgm:cxn modelId="{D8A1A837-7083-48D6-8775-E2B5E2E7EF4E}" type="presParOf" srcId="{8E4B9632-631C-4655-B932-9D8C6A3062E6}" destId="{335EC7FC-DFF1-428C-8267-9010305F3174}" srcOrd="3" destOrd="0" presId="urn:microsoft.com/office/officeart/2018/2/layout/IconVerticalSolidList"/>
    <dgm:cxn modelId="{F7BF69D4-AFE5-4C37-9F0E-A574F5F07CE0}" type="presParOf" srcId="{8E4B9632-631C-4655-B932-9D8C6A3062E6}" destId="{9E7176A0-80E2-4B88-B7AA-9A03C564FB0B}" srcOrd="4" destOrd="0" presId="urn:microsoft.com/office/officeart/2018/2/layout/IconVerticalSolidList"/>
    <dgm:cxn modelId="{C64A82C8-D821-4E95-BC3A-25F07D8DC2A5}" type="presParOf" srcId="{9E7176A0-80E2-4B88-B7AA-9A03C564FB0B}" destId="{54AAB397-F18D-4BFB-BF0F-83F4564874AF}" srcOrd="0" destOrd="0" presId="urn:microsoft.com/office/officeart/2018/2/layout/IconVerticalSolidList"/>
    <dgm:cxn modelId="{134BC135-A48A-4EF1-98FC-6CD5E61F4E2F}" type="presParOf" srcId="{9E7176A0-80E2-4B88-B7AA-9A03C564FB0B}" destId="{DDADA136-3C57-4324-BB42-4C2D777D0B8E}" srcOrd="1" destOrd="0" presId="urn:microsoft.com/office/officeart/2018/2/layout/IconVerticalSolidList"/>
    <dgm:cxn modelId="{6B43358C-3BD2-41DA-8D81-7381B5B4877C}" type="presParOf" srcId="{9E7176A0-80E2-4B88-B7AA-9A03C564FB0B}" destId="{C082A7C9-0B9D-40EF-B8FE-5ED31D35EAEF}" srcOrd="2" destOrd="0" presId="urn:microsoft.com/office/officeart/2018/2/layout/IconVerticalSolidList"/>
    <dgm:cxn modelId="{36F3F6F5-093F-4075-A77F-9E625CF4E1D8}" type="presParOf" srcId="{9E7176A0-80E2-4B88-B7AA-9A03C564FB0B}" destId="{2EE6324F-77AD-4D9E-BD47-2D0730F3F5CB}" srcOrd="3" destOrd="0" presId="urn:microsoft.com/office/officeart/2018/2/layout/IconVerticalSolidList"/>
    <dgm:cxn modelId="{9BD1C8AB-EC2B-4CB4-86FE-5DDDE944828A}" type="presParOf" srcId="{8E4B9632-631C-4655-B932-9D8C6A3062E6}" destId="{8AEA3AAC-39CF-4FAC-B466-85EBD397462A}" srcOrd="5" destOrd="0" presId="urn:microsoft.com/office/officeart/2018/2/layout/IconVerticalSolidList"/>
    <dgm:cxn modelId="{398A406C-9A8C-483E-A0F6-9253C29DD858}" type="presParOf" srcId="{8E4B9632-631C-4655-B932-9D8C6A3062E6}" destId="{6E7B9F64-BE7D-4C42-9599-C3FEB94EBCC6}" srcOrd="6" destOrd="0" presId="urn:microsoft.com/office/officeart/2018/2/layout/IconVerticalSolidList"/>
    <dgm:cxn modelId="{35BFFB45-C068-4EFF-B8A0-855DD7752C66}" type="presParOf" srcId="{6E7B9F64-BE7D-4C42-9599-C3FEB94EBCC6}" destId="{C5B54B28-E0EC-450A-90F0-7494C6DB1C00}" srcOrd="0" destOrd="0" presId="urn:microsoft.com/office/officeart/2018/2/layout/IconVerticalSolidList"/>
    <dgm:cxn modelId="{A3178B3D-5CA4-499E-B4EA-1F21C3C39A56}" type="presParOf" srcId="{6E7B9F64-BE7D-4C42-9599-C3FEB94EBCC6}" destId="{3F6DBBAA-94BE-4EAA-B3AF-164217BFA83C}" srcOrd="1" destOrd="0" presId="urn:microsoft.com/office/officeart/2018/2/layout/IconVerticalSolidList"/>
    <dgm:cxn modelId="{7B5A6503-B323-4AB0-AEB3-7FDBD6C6256E}" type="presParOf" srcId="{6E7B9F64-BE7D-4C42-9599-C3FEB94EBCC6}" destId="{213A1CFB-3EA1-4E1C-BC5C-1966F9538A7E}" srcOrd="2" destOrd="0" presId="urn:microsoft.com/office/officeart/2018/2/layout/IconVerticalSolidList"/>
    <dgm:cxn modelId="{CE424900-E76D-4206-8647-1DF49D92AA4C}" type="presParOf" srcId="{6E7B9F64-BE7D-4C42-9599-C3FEB94EBCC6}" destId="{870CE231-A5E9-4128-A1A8-560C3EE581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B822D7-DC2E-48D4-B58F-F45E641A0D3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23CDD5-90D6-4381-9B63-124E0DE52172}">
      <dgm:prSet/>
      <dgm:spPr/>
      <dgm:t>
        <a:bodyPr/>
        <a:lstStyle/>
        <a:p>
          <a:pPr>
            <a:lnSpc>
              <a:spcPct val="100000"/>
            </a:lnSpc>
          </a:pPr>
          <a:r>
            <a:rPr lang="en-PK" b="0" i="0" baseline="0"/>
            <a:t>High-level targets like CEOs or CFOs</a:t>
          </a:r>
          <a:endParaRPr lang="en-US" b="0" i="0" baseline="0"/>
        </a:p>
      </dgm:t>
    </dgm:pt>
    <dgm:pt modelId="{CF33206E-5C5C-4344-AA87-2B351A61E31E}" type="parTrans" cxnId="{8C43468F-0634-4811-8EC2-4ED0F6F2703E}">
      <dgm:prSet/>
      <dgm:spPr/>
      <dgm:t>
        <a:bodyPr/>
        <a:lstStyle/>
        <a:p>
          <a:endParaRPr lang="en-US"/>
        </a:p>
      </dgm:t>
    </dgm:pt>
    <dgm:pt modelId="{39A11E3C-774D-4327-A2E5-205252B18142}" type="sibTrans" cxnId="{8C43468F-0634-4811-8EC2-4ED0F6F2703E}">
      <dgm:prSet/>
      <dgm:spPr/>
      <dgm:t>
        <a:bodyPr/>
        <a:lstStyle/>
        <a:p>
          <a:endParaRPr lang="en-US"/>
        </a:p>
      </dgm:t>
    </dgm:pt>
    <dgm:pt modelId="{F59B2BEE-F445-4CD2-A1E1-39D751E89D24}">
      <dgm:prSet/>
      <dgm:spPr/>
      <dgm:t>
        <a:bodyPr/>
        <a:lstStyle/>
        <a:p>
          <a:pPr>
            <a:lnSpc>
              <a:spcPct val="100000"/>
            </a:lnSpc>
          </a:pPr>
          <a:r>
            <a:rPr lang="en-PK" b="0" i="0" baseline="0"/>
            <a:t>Emails appear from trusted business partners</a:t>
          </a:r>
          <a:endParaRPr lang="en-US"/>
        </a:p>
      </dgm:t>
    </dgm:pt>
    <dgm:pt modelId="{4DA9F846-CD8E-4720-A02B-3A86E6F069FD}" type="parTrans" cxnId="{9540757E-5083-4F0C-8D36-BC3BCD389558}">
      <dgm:prSet/>
      <dgm:spPr/>
      <dgm:t>
        <a:bodyPr/>
        <a:lstStyle/>
        <a:p>
          <a:endParaRPr lang="en-US"/>
        </a:p>
      </dgm:t>
    </dgm:pt>
    <dgm:pt modelId="{DC71CD20-8D24-47E7-8146-FC3EC2D3149C}" type="sibTrans" cxnId="{9540757E-5083-4F0C-8D36-BC3BCD389558}">
      <dgm:prSet/>
      <dgm:spPr/>
      <dgm:t>
        <a:bodyPr/>
        <a:lstStyle/>
        <a:p>
          <a:endParaRPr lang="en-US"/>
        </a:p>
      </dgm:t>
    </dgm:pt>
    <dgm:pt modelId="{44C047C2-ABD0-4DFD-8997-FC1D90C26474}">
      <dgm:prSet/>
      <dgm:spPr/>
      <dgm:t>
        <a:bodyPr/>
        <a:lstStyle/>
        <a:p>
          <a:pPr>
            <a:lnSpc>
              <a:spcPct val="100000"/>
            </a:lnSpc>
          </a:pPr>
          <a:r>
            <a:rPr lang="en-PK" b="0" i="0" baseline="0"/>
            <a:t>Example: fake invoice request</a:t>
          </a:r>
          <a:endParaRPr lang="en-US"/>
        </a:p>
      </dgm:t>
    </dgm:pt>
    <dgm:pt modelId="{D552620C-7828-48FC-8C9E-849A64E2FE0A}" type="parTrans" cxnId="{4ECB8799-5117-4BFF-A66C-DD98244D39A9}">
      <dgm:prSet/>
      <dgm:spPr/>
      <dgm:t>
        <a:bodyPr/>
        <a:lstStyle/>
        <a:p>
          <a:endParaRPr lang="en-US"/>
        </a:p>
      </dgm:t>
    </dgm:pt>
    <dgm:pt modelId="{DF97D048-3874-490E-8D7F-AA9E20D56719}" type="sibTrans" cxnId="{4ECB8799-5117-4BFF-A66C-DD98244D39A9}">
      <dgm:prSet/>
      <dgm:spPr/>
      <dgm:t>
        <a:bodyPr/>
        <a:lstStyle/>
        <a:p>
          <a:endParaRPr lang="en-US"/>
        </a:p>
      </dgm:t>
    </dgm:pt>
    <dgm:pt modelId="{892C34B5-1B73-4785-AB89-9D73BA1E71E9}" type="pres">
      <dgm:prSet presAssocID="{E4B822D7-DC2E-48D4-B58F-F45E641A0D36}" presName="root" presStyleCnt="0">
        <dgm:presLayoutVars>
          <dgm:dir/>
          <dgm:resizeHandles val="exact"/>
        </dgm:presLayoutVars>
      </dgm:prSet>
      <dgm:spPr/>
    </dgm:pt>
    <dgm:pt modelId="{50A4E2ED-E196-44EC-8704-2A16ECC8F259}" type="pres">
      <dgm:prSet presAssocID="{EA23CDD5-90D6-4381-9B63-124E0DE52172}" presName="compNode" presStyleCnt="0"/>
      <dgm:spPr/>
    </dgm:pt>
    <dgm:pt modelId="{25260CEC-3020-4EA6-A7AC-95AC49ED9A45}" type="pres">
      <dgm:prSet presAssocID="{EA23CDD5-90D6-4381-9B63-124E0DE52172}" presName="bgRect" presStyleLbl="bgShp" presStyleIdx="0" presStyleCnt="3"/>
      <dgm:spPr/>
    </dgm:pt>
    <dgm:pt modelId="{E7BA7521-24F5-4A19-929A-275B18ADB864}" type="pres">
      <dgm:prSet presAssocID="{EA23CDD5-90D6-4381-9B63-124E0DE5217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10A8EC1E-FBC7-4139-914A-7AC14CDA4D02}" type="pres">
      <dgm:prSet presAssocID="{EA23CDD5-90D6-4381-9B63-124E0DE52172}" presName="spaceRect" presStyleCnt="0"/>
      <dgm:spPr/>
    </dgm:pt>
    <dgm:pt modelId="{95AA2241-CA2A-429B-9098-F05C9652CF93}" type="pres">
      <dgm:prSet presAssocID="{EA23CDD5-90D6-4381-9B63-124E0DE52172}" presName="parTx" presStyleLbl="revTx" presStyleIdx="0" presStyleCnt="3">
        <dgm:presLayoutVars>
          <dgm:chMax val="0"/>
          <dgm:chPref val="0"/>
        </dgm:presLayoutVars>
      </dgm:prSet>
      <dgm:spPr/>
    </dgm:pt>
    <dgm:pt modelId="{40908AF3-C5FE-466F-A1CE-54E15D965314}" type="pres">
      <dgm:prSet presAssocID="{39A11E3C-774D-4327-A2E5-205252B18142}" presName="sibTrans" presStyleCnt="0"/>
      <dgm:spPr/>
    </dgm:pt>
    <dgm:pt modelId="{E6A86DFD-EA6F-4EA6-9C8B-7084FC4D489F}" type="pres">
      <dgm:prSet presAssocID="{F59B2BEE-F445-4CD2-A1E1-39D751E89D24}" presName="compNode" presStyleCnt="0"/>
      <dgm:spPr/>
    </dgm:pt>
    <dgm:pt modelId="{D2298A02-1010-4805-8261-72E061B95F84}" type="pres">
      <dgm:prSet presAssocID="{F59B2BEE-F445-4CD2-A1E1-39D751E89D24}" presName="bgRect" presStyleLbl="bgShp" presStyleIdx="1" presStyleCnt="3"/>
      <dgm:spPr/>
    </dgm:pt>
    <dgm:pt modelId="{52EE0FDA-C07A-4AFD-AEA3-189298997AA6}" type="pres">
      <dgm:prSet presAssocID="{F59B2BEE-F445-4CD2-A1E1-39D751E89D2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mail"/>
        </a:ext>
      </dgm:extLst>
    </dgm:pt>
    <dgm:pt modelId="{DE72CF97-9A5D-45BB-802C-9F2C61A47F13}" type="pres">
      <dgm:prSet presAssocID="{F59B2BEE-F445-4CD2-A1E1-39D751E89D24}" presName="spaceRect" presStyleCnt="0"/>
      <dgm:spPr/>
    </dgm:pt>
    <dgm:pt modelId="{C66D475B-43E8-476B-8395-D6B5CBBD6D31}" type="pres">
      <dgm:prSet presAssocID="{F59B2BEE-F445-4CD2-A1E1-39D751E89D24}" presName="parTx" presStyleLbl="revTx" presStyleIdx="1" presStyleCnt="3">
        <dgm:presLayoutVars>
          <dgm:chMax val="0"/>
          <dgm:chPref val="0"/>
        </dgm:presLayoutVars>
      </dgm:prSet>
      <dgm:spPr/>
    </dgm:pt>
    <dgm:pt modelId="{117D9B8F-85C8-4A26-B499-55850C5DDD87}" type="pres">
      <dgm:prSet presAssocID="{DC71CD20-8D24-47E7-8146-FC3EC2D3149C}" presName="sibTrans" presStyleCnt="0"/>
      <dgm:spPr/>
    </dgm:pt>
    <dgm:pt modelId="{BD3DAF44-3227-4971-AEB6-04B19A001CA0}" type="pres">
      <dgm:prSet presAssocID="{44C047C2-ABD0-4DFD-8997-FC1D90C26474}" presName="compNode" presStyleCnt="0"/>
      <dgm:spPr/>
    </dgm:pt>
    <dgm:pt modelId="{D9D1F3A0-FD53-441E-8F3E-0DAB1626847C}" type="pres">
      <dgm:prSet presAssocID="{44C047C2-ABD0-4DFD-8997-FC1D90C26474}" presName="bgRect" presStyleLbl="bgShp" presStyleIdx="2" presStyleCnt="3"/>
      <dgm:spPr/>
    </dgm:pt>
    <dgm:pt modelId="{D934696E-7E96-4214-B801-A85E52647986}" type="pres">
      <dgm:prSet presAssocID="{44C047C2-ABD0-4DFD-8997-FC1D90C2647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98F70609-9BCE-4739-A51C-5253F1F7CD34}" type="pres">
      <dgm:prSet presAssocID="{44C047C2-ABD0-4DFD-8997-FC1D90C26474}" presName="spaceRect" presStyleCnt="0"/>
      <dgm:spPr/>
    </dgm:pt>
    <dgm:pt modelId="{DA8C63D8-608B-4727-8156-2A3E15B28ED6}" type="pres">
      <dgm:prSet presAssocID="{44C047C2-ABD0-4DFD-8997-FC1D90C26474}" presName="parTx" presStyleLbl="revTx" presStyleIdx="2" presStyleCnt="3">
        <dgm:presLayoutVars>
          <dgm:chMax val="0"/>
          <dgm:chPref val="0"/>
        </dgm:presLayoutVars>
      </dgm:prSet>
      <dgm:spPr/>
    </dgm:pt>
  </dgm:ptLst>
  <dgm:cxnLst>
    <dgm:cxn modelId="{90556D2A-F7B1-4548-B608-3020FF7F5B4B}" type="presOf" srcId="{44C047C2-ABD0-4DFD-8997-FC1D90C26474}" destId="{DA8C63D8-608B-4727-8156-2A3E15B28ED6}" srcOrd="0" destOrd="0" presId="urn:microsoft.com/office/officeart/2018/2/layout/IconVerticalSolidList"/>
    <dgm:cxn modelId="{138D433E-5058-436C-ABB7-10E8A0491C91}" type="presOf" srcId="{E4B822D7-DC2E-48D4-B58F-F45E641A0D36}" destId="{892C34B5-1B73-4785-AB89-9D73BA1E71E9}" srcOrd="0" destOrd="0" presId="urn:microsoft.com/office/officeart/2018/2/layout/IconVerticalSolidList"/>
    <dgm:cxn modelId="{9540757E-5083-4F0C-8D36-BC3BCD389558}" srcId="{E4B822D7-DC2E-48D4-B58F-F45E641A0D36}" destId="{F59B2BEE-F445-4CD2-A1E1-39D751E89D24}" srcOrd="1" destOrd="0" parTransId="{4DA9F846-CD8E-4720-A02B-3A86E6F069FD}" sibTransId="{DC71CD20-8D24-47E7-8146-FC3EC2D3149C}"/>
    <dgm:cxn modelId="{0054A584-8441-49C9-8643-14CB61903B12}" type="presOf" srcId="{F59B2BEE-F445-4CD2-A1E1-39D751E89D24}" destId="{C66D475B-43E8-476B-8395-D6B5CBBD6D31}" srcOrd="0" destOrd="0" presId="urn:microsoft.com/office/officeart/2018/2/layout/IconVerticalSolidList"/>
    <dgm:cxn modelId="{8C43468F-0634-4811-8EC2-4ED0F6F2703E}" srcId="{E4B822D7-DC2E-48D4-B58F-F45E641A0D36}" destId="{EA23CDD5-90D6-4381-9B63-124E0DE52172}" srcOrd="0" destOrd="0" parTransId="{CF33206E-5C5C-4344-AA87-2B351A61E31E}" sibTransId="{39A11E3C-774D-4327-A2E5-205252B18142}"/>
    <dgm:cxn modelId="{4ECB8799-5117-4BFF-A66C-DD98244D39A9}" srcId="{E4B822D7-DC2E-48D4-B58F-F45E641A0D36}" destId="{44C047C2-ABD0-4DFD-8997-FC1D90C26474}" srcOrd="2" destOrd="0" parTransId="{D552620C-7828-48FC-8C9E-849A64E2FE0A}" sibTransId="{DF97D048-3874-490E-8D7F-AA9E20D56719}"/>
    <dgm:cxn modelId="{543F4FCB-1A33-413C-990B-D857EDE929BE}" type="presOf" srcId="{EA23CDD5-90D6-4381-9B63-124E0DE52172}" destId="{95AA2241-CA2A-429B-9098-F05C9652CF93}" srcOrd="0" destOrd="0" presId="urn:microsoft.com/office/officeart/2018/2/layout/IconVerticalSolidList"/>
    <dgm:cxn modelId="{0985F081-90DC-4352-AB85-76B020172615}" type="presParOf" srcId="{892C34B5-1B73-4785-AB89-9D73BA1E71E9}" destId="{50A4E2ED-E196-44EC-8704-2A16ECC8F259}" srcOrd="0" destOrd="0" presId="urn:microsoft.com/office/officeart/2018/2/layout/IconVerticalSolidList"/>
    <dgm:cxn modelId="{D9803527-8424-40E1-A430-A0A908445E8F}" type="presParOf" srcId="{50A4E2ED-E196-44EC-8704-2A16ECC8F259}" destId="{25260CEC-3020-4EA6-A7AC-95AC49ED9A45}" srcOrd="0" destOrd="0" presId="urn:microsoft.com/office/officeart/2018/2/layout/IconVerticalSolidList"/>
    <dgm:cxn modelId="{A3D77F3C-34D4-4F70-9BD5-B778A1182BEF}" type="presParOf" srcId="{50A4E2ED-E196-44EC-8704-2A16ECC8F259}" destId="{E7BA7521-24F5-4A19-929A-275B18ADB864}" srcOrd="1" destOrd="0" presId="urn:microsoft.com/office/officeart/2018/2/layout/IconVerticalSolidList"/>
    <dgm:cxn modelId="{51B31F09-7C26-4003-B447-F71CE6C4E504}" type="presParOf" srcId="{50A4E2ED-E196-44EC-8704-2A16ECC8F259}" destId="{10A8EC1E-FBC7-4139-914A-7AC14CDA4D02}" srcOrd="2" destOrd="0" presId="urn:microsoft.com/office/officeart/2018/2/layout/IconVerticalSolidList"/>
    <dgm:cxn modelId="{E16BF1B2-F88D-4F7E-BD84-8EDA0A701C77}" type="presParOf" srcId="{50A4E2ED-E196-44EC-8704-2A16ECC8F259}" destId="{95AA2241-CA2A-429B-9098-F05C9652CF93}" srcOrd="3" destOrd="0" presId="urn:microsoft.com/office/officeart/2018/2/layout/IconVerticalSolidList"/>
    <dgm:cxn modelId="{E8FBF89D-4274-4BC0-9BD1-9657769F6D01}" type="presParOf" srcId="{892C34B5-1B73-4785-AB89-9D73BA1E71E9}" destId="{40908AF3-C5FE-466F-A1CE-54E15D965314}" srcOrd="1" destOrd="0" presId="urn:microsoft.com/office/officeart/2018/2/layout/IconVerticalSolidList"/>
    <dgm:cxn modelId="{F71DFB7C-3A22-4077-9236-973AD3DACBB5}" type="presParOf" srcId="{892C34B5-1B73-4785-AB89-9D73BA1E71E9}" destId="{E6A86DFD-EA6F-4EA6-9C8B-7084FC4D489F}" srcOrd="2" destOrd="0" presId="urn:microsoft.com/office/officeart/2018/2/layout/IconVerticalSolidList"/>
    <dgm:cxn modelId="{84166DBE-B6EA-4CB9-89CE-D0756D6668D3}" type="presParOf" srcId="{E6A86DFD-EA6F-4EA6-9C8B-7084FC4D489F}" destId="{D2298A02-1010-4805-8261-72E061B95F84}" srcOrd="0" destOrd="0" presId="urn:microsoft.com/office/officeart/2018/2/layout/IconVerticalSolidList"/>
    <dgm:cxn modelId="{03C1A557-156F-4DEA-BD12-E4E653A8281B}" type="presParOf" srcId="{E6A86DFD-EA6F-4EA6-9C8B-7084FC4D489F}" destId="{52EE0FDA-C07A-4AFD-AEA3-189298997AA6}" srcOrd="1" destOrd="0" presId="urn:microsoft.com/office/officeart/2018/2/layout/IconVerticalSolidList"/>
    <dgm:cxn modelId="{7323BD66-42A0-4F71-A269-66310381E4D3}" type="presParOf" srcId="{E6A86DFD-EA6F-4EA6-9C8B-7084FC4D489F}" destId="{DE72CF97-9A5D-45BB-802C-9F2C61A47F13}" srcOrd="2" destOrd="0" presId="urn:microsoft.com/office/officeart/2018/2/layout/IconVerticalSolidList"/>
    <dgm:cxn modelId="{6EC1F67B-0E30-4CB6-87A0-1046CC33A19D}" type="presParOf" srcId="{E6A86DFD-EA6F-4EA6-9C8B-7084FC4D489F}" destId="{C66D475B-43E8-476B-8395-D6B5CBBD6D31}" srcOrd="3" destOrd="0" presId="urn:microsoft.com/office/officeart/2018/2/layout/IconVerticalSolidList"/>
    <dgm:cxn modelId="{BFD1B4BE-10A7-4F53-AC32-D9ABCCFA8D94}" type="presParOf" srcId="{892C34B5-1B73-4785-AB89-9D73BA1E71E9}" destId="{117D9B8F-85C8-4A26-B499-55850C5DDD87}" srcOrd="3" destOrd="0" presId="urn:microsoft.com/office/officeart/2018/2/layout/IconVerticalSolidList"/>
    <dgm:cxn modelId="{AF549D7A-1875-4B2F-9782-095AAEAAFA5A}" type="presParOf" srcId="{892C34B5-1B73-4785-AB89-9D73BA1E71E9}" destId="{BD3DAF44-3227-4971-AEB6-04B19A001CA0}" srcOrd="4" destOrd="0" presId="urn:microsoft.com/office/officeart/2018/2/layout/IconVerticalSolidList"/>
    <dgm:cxn modelId="{EF7A577E-25C5-43BB-BDEF-4A4BF5B8B36F}" type="presParOf" srcId="{BD3DAF44-3227-4971-AEB6-04B19A001CA0}" destId="{D9D1F3A0-FD53-441E-8F3E-0DAB1626847C}" srcOrd="0" destOrd="0" presId="urn:microsoft.com/office/officeart/2018/2/layout/IconVerticalSolidList"/>
    <dgm:cxn modelId="{546F365C-49E4-4662-9044-EF5BCDFC8202}" type="presParOf" srcId="{BD3DAF44-3227-4971-AEB6-04B19A001CA0}" destId="{D934696E-7E96-4214-B801-A85E52647986}" srcOrd="1" destOrd="0" presId="urn:microsoft.com/office/officeart/2018/2/layout/IconVerticalSolidList"/>
    <dgm:cxn modelId="{EBF0779B-104F-4CDC-BBE4-A31DCCF16D96}" type="presParOf" srcId="{BD3DAF44-3227-4971-AEB6-04B19A001CA0}" destId="{98F70609-9BCE-4739-A51C-5253F1F7CD34}" srcOrd="2" destOrd="0" presId="urn:microsoft.com/office/officeart/2018/2/layout/IconVerticalSolidList"/>
    <dgm:cxn modelId="{1D7620A7-3A14-4129-8120-55BB50A99BA4}" type="presParOf" srcId="{BD3DAF44-3227-4971-AEB6-04B19A001CA0}" destId="{DA8C63D8-608B-4727-8156-2A3E15B28ED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DEDDB6-BEC1-4587-9BC2-E4F457C04D7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9797753-5D28-40EA-9F79-4BEBB5EB44E3}">
      <dgm:prSet/>
      <dgm:spPr/>
      <dgm:t>
        <a:bodyPr/>
        <a:lstStyle/>
        <a:p>
          <a:r>
            <a:rPr lang="en-PK" b="0" i="0" baseline="0"/>
            <a:t>Messages asking to click links or confirm info</a:t>
          </a:r>
          <a:endParaRPr lang="en-US" b="0" i="0" baseline="0"/>
        </a:p>
      </dgm:t>
    </dgm:pt>
    <dgm:pt modelId="{51E2AE27-6A21-459A-ADBA-FD95E0016295}" type="parTrans" cxnId="{F743DE5A-DB41-4F09-B06D-9876B4E9359D}">
      <dgm:prSet/>
      <dgm:spPr/>
      <dgm:t>
        <a:bodyPr/>
        <a:lstStyle/>
        <a:p>
          <a:endParaRPr lang="en-US"/>
        </a:p>
      </dgm:t>
    </dgm:pt>
    <dgm:pt modelId="{D8759EE6-364E-418F-AFCD-DA11D848658B}" type="sibTrans" cxnId="{F743DE5A-DB41-4F09-B06D-9876B4E9359D}">
      <dgm:prSet/>
      <dgm:spPr/>
      <dgm:t>
        <a:bodyPr/>
        <a:lstStyle/>
        <a:p>
          <a:endParaRPr lang="en-US"/>
        </a:p>
      </dgm:t>
    </dgm:pt>
    <dgm:pt modelId="{B5A6FEEA-F7F5-49D1-B400-D2D80F26B506}">
      <dgm:prSet/>
      <dgm:spPr/>
      <dgm:t>
        <a:bodyPr/>
        <a:lstStyle/>
        <a:p>
          <a:r>
            <a:rPr lang="en-PK" b="0" i="0" baseline="0"/>
            <a:t>Often claims to be banks, delivery services</a:t>
          </a:r>
          <a:endParaRPr lang="en-US"/>
        </a:p>
      </dgm:t>
    </dgm:pt>
    <dgm:pt modelId="{4F11BBB6-6BEA-4CFF-93D0-16D29F2F6105}" type="parTrans" cxnId="{C762084F-61DE-42FA-8116-9ABF7E83E936}">
      <dgm:prSet/>
      <dgm:spPr/>
      <dgm:t>
        <a:bodyPr/>
        <a:lstStyle/>
        <a:p>
          <a:endParaRPr lang="en-US"/>
        </a:p>
      </dgm:t>
    </dgm:pt>
    <dgm:pt modelId="{13C59133-CBA4-4A37-98B4-5D16A5A2CC30}" type="sibTrans" cxnId="{C762084F-61DE-42FA-8116-9ABF7E83E936}">
      <dgm:prSet/>
      <dgm:spPr/>
      <dgm:t>
        <a:bodyPr/>
        <a:lstStyle/>
        <a:p>
          <a:endParaRPr lang="en-US"/>
        </a:p>
      </dgm:t>
    </dgm:pt>
    <dgm:pt modelId="{8D288398-9E62-49FC-8846-25A5BD962258}">
      <dgm:prSet/>
      <dgm:spPr/>
      <dgm:t>
        <a:bodyPr/>
        <a:lstStyle/>
        <a:p>
          <a:r>
            <a:rPr lang="en-PK" b="0" i="0" baseline="0"/>
            <a:t>Example: “Your package is on hold, click here”</a:t>
          </a:r>
          <a:endParaRPr lang="en-US"/>
        </a:p>
      </dgm:t>
    </dgm:pt>
    <dgm:pt modelId="{D5D5E427-C2C2-41BD-9CB9-ED6D59F937F9}" type="parTrans" cxnId="{131654EA-EE14-47BA-8759-1CA034F17171}">
      <dgm:prSet/>
      <dgm:spPr/>
      <dgm:t>
        <a:bodyPr/>
        <a:lstStyle/>
        <a:p>
          <a:endParaRPr lang="en-US"/>
        </a:p>
      </dgm:t>
    </dgm:pt>
    <dgm:pt modelId="{2F6C3050-0F8E-4461-BFDF-B9E759F1603B}" type="sibTrans" cxnId="{131654EA-EE14-47BA-8759-1CA034F17171}">
      <dgm:prSet/>
      <dgm:spPr/>
      <dgm:t>
        <a:bodyPr/>
        <a:lstStyle/>
        <a:p>
          <a:endParaRPr lang="en-US"/>
        </a:p>
      </dgm:t>
    </dgm:pt>
    <dgm:pt modelId="{3F5CC3B5-0161-4EA4-8F17-518029A83B28}" type="pres">
      <dgm:prSet presAssocID="{6EDEDDB6-BEC1-4587-9BC2-E4F457C04D71}" presName="hierChild1" presStyleCnt="0">
        <dgm:presLayoutVars>
          <dgm:chPref val="1"/>
          <dgm:dir/>
          <dgm:animOne val="branch"/>
          <dgm:animLvl val="lvl"/>
          <dgm:resizeHandles/>
        </dgm:presLayoutVars>
      </dgm:prSet>
      <dgm:spPr/>
    </dgm:pt>
    <dgm:pt modelId="{0A57BEAB-6458-4CE3-A2D0-2C8D9A0C70DC}" type="pres">
      <dgm:prSet presAssocID="{B9797753-5D28-40EA-9F79-4BEBB5EB44E3}" presName="hierRoot1" presStyleCnt="0"/>
      <dgm:spPr/>
    </dgm:pt>
    <dgm:pt modelId="{F742B543-6752-4070-90FB-8D7E515F934B}" type="pres">
      <dgm:prSet presAssocID="{B9797753-5D28-40EA-9F79-4BEBB5EB44E3}" presName="composite" presStyleCnt="0"/>
      <dgm:spPr/>
    </dgm:pt>
    <dgm:pt modelId="{82DDB0F6-F14E-4C0D-BF5D-207882575D38}" type="pres">
      <dgm:prSet presAssocID="{B9797753-5D28-40EA-9F79-4BEBB5EB44E3}" presName="background" presStyleLbl="node0" presStyleIdx="0" presStyleCnt="3"/>
      <dgm:spPr/>
    </dgm:pt>
    <dgm:pt modelId="{6427E949-A460-452A-A928-3D4881774C3B}" type="pres">
      <dgm:prSet presAssocID="{B9797753-5D28-40EA-9F79-4BEBB5EB44E3}" presName="text" presStyleLbl="fgAcc0" presStyleIdx="0" presStyleCnt="3">
        <dgm:presLayoutVars>
          <dgm:chPref val="3"/>
        </dgm:presLayoutVars>
      </dgm:prSet>
      <dgm:spPr/>
    </dgm:pt>
    <dgm:pt modelId="{8A6729C9-2F68-4B61-A1BE-55374BB7DFE3}" type="pres">
      <dgm:prSet presAssocID="{B9797753-5D28-40EA-9F79-4BEBB5EB44E3}" presName="hierChild2" presStyleCnt="0"/>
      <dgm:spPr/>
    </dgm:pt>
    <dgm:pt modelId="{264784D8-6782-4D31-BF25-CD3CC8C8835F}" type="pres">
      <dgm:prSet presAssocID="{B5A6FEEA-F7F5-49D1-B400-D2D80F26B506}" presName="hierRoot1" presStyleCnt="0"/>
      <dgm:spPr/>
    </dgm:pt>
    <dgm:pt modelId="{E020FACB-14E1-42DA-B0D6-0EA15B19C602}" type="pres">
      <dgm:prSet presAssocID="{B5A6FEEA-F7F5-49D1-B400-D2D80F26B506}" presName="composite" presStyleCnt="0"/>
      <dgm:spPr/>
    </dgm:pt>
    <dgm:pt modelId="{AAC97A0F-7F91-47AE-A5F7-95437E294500}" type="pres">
      <dgm:prSet presAssocID="{B5A6FEEA-F7F5-49D1-B400-D2D80F26B506}" presName="background" presStyleLbl="node0" presStyleIdx="1" presStyleCnt="3"/>
      <dgm:spPr/>
    </dgm:pt>
    <dgm:pt modelId="{0201D653-7AE7-49BC-BCF9-577B52890EE3}" type="pres">
      <dgm:prSet presAssocID="{B5A6FEEA-F7F5-49D1-B400-D2D80F26B506}" presName="text" presStyleLbl="fgAcc0" presStyleIdx="1" presStyleCnt="3">
        <dgm:presLayoutVars>
          <dgm:chPref val="3"/>
        </dgm:presLayoutVars>
      </dgm:prSet>
      <dgm:spPr/>
    </dgm:pt>
    <dgm:pt modelId="{B66C84FC-0FD6-4C45-9DBE-870A1DC95B87}" type="pres">
      <dgm:prSet presAssocID="{B5A6FEEA-F7F5-49D1-B400-D2D80F26B506}" presName="hierChild2" presStyleCnt="0"/>
      <dgm:spPr/>
    </dgm:pt>
    <dgm:pt modelId="{6722EAAD-A39D-424D-A15B-F940A7AF71B8}" type="pres">
      <dgm:prSet presAssocID="{8D288398-9E62-49FC-8846-25A5BD962258}" presName="hierRoot1" presStyleCnt="0"/>
      <dgm:spPr/>
    </dgm:pt>
    <dgm:pt modelId="{CAF68D18-EC0C-4E83-8BEB-E94728A7676E}" type="pres">
      <dgm:prSet presAssocID="{8D288398-9E62-49FC-8846-25A5BD962258}" presName="composite" presStyleCnt="0"/>
      <dgm:spPr/>
    </dgm:pt>
    <dgm:pt modelId="{ED78914C-EB62-41D5-88D1-59A9761DFE45}" type="pres">
      <dgm:prSet presAssocID="{8D288398-9E62-49FC-8846-25A5BD962258}" presName="background" presStyleLbl="node0" presStyleIdx="2" presStyleCnt="3"/>
      <dgm:spPr/>
    </dgm:pt>
    <dgm:pt modelId="{C009688E-DBC4-43A6-BF06-385BADD3E0CD}" type="pres">
      <dgm:prSet presAssocID="{8D288398-9E62-49FC-8846-25A5BD962258}" presName="text" presStyleLbl="fgAcc0" presStyleIdx="2" presStyleCnt="3">
        <dgm:presLayoutVars>
          <dgm:chPref val="3"/>
        </dgm:presLayoutVars>
      </dgm:prSet>
      <dgm:spPr/>
    </dgm:pt>
    <dgm:pt modelId="{E9A2C41B-215A-4080-AA5A-845662E8F843}" type="pres">
      <dgm:prSet presAssocID="{8D288398-9E62-49FC-8846-25A5BD962258}" presName="hierChild2" presStyleCnt="0"/>
      <dgm:spPr/>
    </dgm:pt>
  </dgm:ptLst>
  <dgm:cxnLst>
    <dgm:cxn modelId="{087B3324-7FA3-4EB3-A6B6-0C78413A9582}" type="presOf" srcId="{B9797753-5D28-40EA-9F79-4BEBB5EB44E3}" destId="{6427E949-A460-452A-A928-3D4881774C3B}" srcOrd="0" destOrd="0" presId="urn:microsoft.com/office/officeart/2005/8/layout/hierarchy1"/>
    <dgm:cxn modelId="{C762084F-61DE-42FA-8116-9ABF7E83E936}" srcId="{6EDEDDB6-BEC1-4587-9BC2-E4F457C04D71}" destId="{B5A6FEEA-F7F5-49D1-B400-D2D80F26B506}" srcOrd="1" destOrd="0" parTransId="{4F11BBB6-6BEA-4CFF-93D0-16D29F2F6105}" sibTransId="{13C59133-CBA4-4A37-98B4-5D16A5A2CC30}"/>
    <dgm:cxn modelId="{F743DE5A-DB41-4F09-B06D-9876B4E9359D}" srcId="{6EDEDDB6-BEC1-4587-9BC2-E4F457C04D71}" destId="{B9797753-5D28-40EA-9F79-4BEBB5EB44E3}" srcOrd="0" destOrd="0" parTransId="{51E2AE27-6A21-459A-ADBA-FD95E0016295}" sibTransId="{D8759EE6-364E-418F-AFCD-DA11D848658B}"/>
    <dgm:cxn modelId="{9FF9438A-C687-4B83-ADFC-C8D7AC053549}" type="presOf" srcId="{8D288398-9E62-49FC-8846-25A5BD962258}" destId="{C009688E-DBC4-43A6-BF06-385BADD3E0CD}" srcOrd="0" destOrd="0" presId="urn:microsoft.com/office/officeart/2005/8/layout/hierarchy1"/>
    <dgm:cxn modelId="{0ABBF79F-44B9-4BF6-AB25-1D10EEECAFE9}" type="presOf" srcId="{6EDEDDB6-BEC1-4587-9BC2-E4F457C04D71}" destId="{3F5CC3B5-0161-4EA4-8F17-518029A83B28}" srcOrd="0" destOrd="0" presId="urn:microsoft.com/office/officeart/2005/8/layout/hierarchy1"/>
    <dgm:cxn modelId="{E70780C4-FCE8-435D-9AC0-9A8F08C018B3}" type="presOf" srcId="{B5A6FEEA-F7F5-49D1-B400-D2D80F26B506}" destId="{0201D653-7AE7-49BC-BCF9-577B52890EE3}" srcOrd="0" destOrd="0" presId="urn:microsoft.com/office/officeart/2005/8/layout/hierarchy1"/>
    <dgm:cxn modelId="{131654EA-EE14-47BA-8759-1CA034F17171}" srcId="{6EDEDDB6-BEC1-4587-9BC2-E4F457C04D71}" destId="{8D288398-9E62-49FC-8846-25A5BD962258}" srcOrd="2" destOrd="0" parTransId="{D5D5E427-C2C2-41BD-9CB9-ED6D59F937F9}" sibTransId="{2F6C3050-0F8E-4461-BFDF-B9E759F1603B}"/>
    <dgm:cxn modelId="{737510BF-6B9D-444A-AFDD-87E3AF3C5D34}" type="presParOf" srcId="{3F5CC3B5-0161-4EA4-8F17-518029A83B28}" destId="{0A57BEAB-6458-4CE3-A2D0-2C8D9A0C70DC}" srcOrd="0" destOrd="0" presId="urn:microsoft.com/office/officeart/2005/8/layout/hierarchy1"/>
    <dgm:cxn modelId="{83281A63-E936-43A9-AB0B-9C695D2F518C}" type="presParOf" srcId="{0A57BEAB-6458-4CE3-A2D0-2C8D9A0C70DC}" destId="{F742B543-6752-4070-90FB-8D7E515F934B}" srcOrd="0" destOrd="0" presId="urn:microsoft.com/office/officeart/2005/8/layout/hierarchy1"/>
    <dgm:cxn modelId="{F82B2C94-264E-4DDC-B6F9-972207830D49}" type="presParOf" srcId="{F742B543-6752-4070-90FB-8D7E515F934B}" destId="{82DDB0F6-F14E-4C0D-BF5D-207882575D38}" srcOrd="0" destOrd="0" presId="urn:microsoft.com/office/officeart/2005/8/layout/hierarchy1"/>
    <dgm:cxn modelId="{E4C48A9F-4147-4F74-A253-C969CAFC87F3}" type="presParOf" srcId="{F742B543-6752-4070-90FB-8D7E515F934B}" destId="{6427E949-A460-452A-A928-3D4881774C3B}" srcOrd="1" destOrd="0" presId="urn:microsoft.com/office/officeart/2005/8/layout/hierarchy1"/>
    <dgm:cxn modelId="{B96A7486-7BD1-4F63-96B7-B0DA38EB5296}" type="presParOf" srcId="{0A57BEAB-6458-4CE3-A2D0-2C8D9A0C70DC}" destId="{8A6729C9-2F68-4B61-A1BE-55374BB7DFE3}" srcOrd="1" destOrd="0" presId="urn:microsoft.com/office/officeart/2005/8/layout/hierarchy1"/>
    <dgm:cxn modelId="{EA6BBF04-E285-4C62-9F26-D2E758EDA58A}" type="presParOf" srcId="{3F5CC3B5-0161-4EA4-8F17-518029A83B28}" destId="{264784D8-6782-4D31-BF25-CD3CC8C8835F}" srcOrd="1" destOrd="0" presId="urn:microsoft.com/office/officeart/2005/8/layout/hierarchy1"/>
    <dgm:cxn modelId="{533EBC46-1D55-4782-9DA9-662AAD8DEAB8}" type="presParOf" srcId="{264784D8-6782-4D31-BF25-CD3CC8C8835F}" destId="{E020FACB-14E1-42DA-B0D6-0EA15B19C602}" srcOrd="0" destOrd="0" presId="urn:microsoft.com/office/officeart/2005/8/layout/hierarchy1"/>
    <dgm:cxn modelId="{D0901E31-D4EA-4524-B0B6-3B4C58FC7951}" type="presParOf" srcId="{E020FACB-14E1-42DA-B0D6-0EA15B19C602}" destId="{AAC97A0F-7F91-47AE-A5F7-95437E294500}" srcOrd="0" destOrd="0" presId="urn:microsoft.com/office/officeart/2005/8/layout/hierarchy1"/>
    <dgm:cxn modelId="{2E5C480B-B088-4C4D-B117-0C89ECC4B6C2}" type="presParOf" srcId="{E020FACB-14E1-42DA-B0D6-0EA15B19C602}" destId="{0201D653-7AE7-49BC-BCF9-577B52890EE3}" srcOrd="1" destOrd="0" presId="urn:microsoft.com/office/officeart/2005/8/layout/hierarchy1"/>
    <dgm:cxn modelId="{BBAB5BC0-A641-4A92-B6D9-DFB0E8F62409}" type="presParOf" srcId="{264784D8-6782-4D31-BF25-CD3CC8C8835F}" destId="{B66C84FC-0FD6-4C45-9DBE-870A1DC95B87}" srcOrd="1" destOrd="0" presId="urn:microsoft.com/office/officeart/2005/8/layout/hierarchy1"/>
    <dgm:cxn modelId="{43573637-B19F-4E32-9EE4-EA79214401B1}" type="presParOf" srcId="{3F5CC3B5-0161-4EA4-8F17-518029A83B28}" destId="{6722EAAD-A39D-424D-A15B-F940A7AF71B8}" srcOrd="2" destOrd="0" presId="urn:microsoft.com/office/officeart/2005/8/layout/hierarchy1"/>
    <dgm:cxn modelId="{7B85840C-B03A-472D-ADF1-CC8AFD3719DC}" type="presParOf" srcId="{6722EAAD-A39D-424D-A15B-F940A7AF71B8}" destId="{CAF68D18-EC0C-4E83-8BEB-E94728A7676E}" srcOrd="0" destOrd="0" presId="urn:microsoft.com/office/officeart/2005/8/layout/hierarchy1"/>
    <dgm:cxn modelId="{7988233E-6D31-4B0C-8B2D-E5CA3E4A0A52}" type="presParOf" srcId="{CAF68D18-EC0C-4E83-8BEB-E94728A7676E}" destId="{ED78914C-EB62-41D5-88D1-59A9761DFE45}" srcOrd="0" destOrd="0" presId="urn:microsoft.com/office/officeart/2005/8/layout/hierarchy1"/>
    <dgm:cxn modelId="{CE00BC66-446B-4FA7-AC49-9DDCB68C63DC}" type="presParOf" srcId="{CAF68D18-EC0C-4E83-8BEB-E94728A7676E}" destId="{C009688E-DBC4-43A6-BF06-385BADD3E0CD}" srcOrd="1" destOrd="0" presId="urn:microsoft.com/office/officeart/2005/8/layout/hierarchy1"/>
    <dgm:cxn modelId="{F06542B7-5F28-4048-B628-E817FABD9B0E}" type="presParOf" srcId="{6722EAAD-A39D-424D-A15B-F940A7AF71B8}" destId="{E9A2C41B-215A-4080-AA5A-845662E8F84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E0FACC-A601-4F46-A0DB-F6A6D6918EA7}"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D77A7AA-2188-47E0-955D-43EC30173D8B}">
      <dgm:prSet/>
      <dgm:spPr/>
      <dgm:t>
        <a:bodyPr/>
        <a:lstStyle/>
        <a:p>
          <a:r>
            <a:rPr lang="en-PK" b="0" i="0" baseline="0" dirty="0"/>
            <a:t>COVID-19 and health-related scams</a:t>
          </a:r>
          <a:endParaRPr lang="en-US" b="0" i="0" baseline="0" dirty="0"/>
        </a:p>
      </dgm:t>
    </dgm:pt>
    <dgm:pt modelId="{F9A0B2F7-0D0D-4BD5-B5F1-2F02FC835274}" type="parTrans" cxnId="{C0B09FF2-CEB2-441F-AF35-A28D3913AB6C}">
      <dgm:prSet/>
      <dgm:spPr/>
      <dgm:t>
        <a:bodyPr/>
        <a:lstStyle/>
        <a:p>
          <a:endParaRPr lang="en-US"/>
        </a:p>
      </dgm:t>
    </dgm:pt>
    <dgm:pt modelId="{E13B7BDB-77F2-43A0-9FEA-52AB0D65034C}" type="sibTrans" cxnId="{C0B09FF2-CEB2-441F-AF35-A28D3913AB6C}">
      <dgm:prSet/>
      <dgm:spPr/>
      <dgm:t>
        <a:bodyPr/>
        <a:lstStyle/>
        <a:p>
          <a:endParaRPr lang="en-US"/>
        </a:p>
      </dgm:t>
    </dgm:pt>
    <dgm:pt modelId="{FD25DFEE-B46F-435C-8898-4933B97A0D18}">
      <dgm:prSet/>
      <dgm:spPr/>
      <dgm:t>
        <a:bodyPr/>
        <a:lstStyle/>
        <a:p>
          <a:r>
            <a:rPr lang="en-PK" b="0" i="0" baseline="0"/>
            <a:t>Fake cryptocurrency offers</a:t>
          </a:r>
          <a:endParaRPr lang="en-US"/>
        </a:p>
      </dgm:t>
    </dgm:pt>
    <dgm:pt modelId="{F3ADC55F-BD61-421F-9727-EEC64EDF276F}" type="parTrans" cxnId="{DAC7BF43-F118-4D67-9B9E-8A55671EB05E}">
      <dgm:prSet/>
      <dgm:spPr/>
      <dgm:t>
        <a:bodyPr/>
        <a:lstStyle/>
        <a:p>
          <a:endParaRPr lang="en-US"/>
        </a:p>
      </dgm:t>
    </dgm:pt>
    <dgm:pt modelId="{DFDA4795-6F92-45E8-9491-C3CDBF6D8808}" type="sibTrans" cxnId="{DAC7BF43-F118-4D67-9B9E-8A55671EB05E}">
      <dgm:prSet/>
      <dgm:spPr/>
      <dgm:t>
        <a:bodyPr/>
        <a:lstStyle/>
        <a:p>
          <a:endParaRPr lang="en-US"/>
        </a:p>
      </dgm:t>
    </dgm:pt>
    <dgm:pt modelId="{7E28D471-9E93-4CD9-91FC-44384F72C0FB}">
      <dgm:prSet/>
      <dgm:spPr/>
      <dgm:t>
        <a:bodyPr/>
        <a:lstStyle/>
        <a:p>
          <a:r>
            <a:rPr lang="en-PK" b="0" i="0" baseline="0"/>
            <a:t>Business email compromise (BEC)</a:t>
          </a:r>
          <a:endParaRPr lang="en-US"/>
        </a:p>
      </dgm:t>
    </dgm:pt>
    <dgm:pt modelId="{13A4EE20-ABED-4D58-BE00-F7904A9FA9BC}" type="parTrans" cxnId="{3ACFDC66-BDF0-4BE7-ACBB-FD2AFE534C72}">
      <dgm:prSet/>
      <dgm:spPr/>
      <dgm:t>
        <a:bodyPr/>
        <a:lstStyle/>
        <a:p>
          <a:endParaRPr lang="en-US"/>
        </a:p>
      </dgm:t>
    </dgm:pt>
    <dgm:pt modelId="{013044E6-9D8A-4194-AD80-2907C28BB481}" type="sibTrans" cxnId="{3ACFDC66-BDF0-4BE7-ACBB-FD2AFE534C72}">
      <dgm:prSet/>
      <dgm:spPr/>
      <dgm:t>
        <a:bodyPr/>
        <a:lstStyle/>
        <a:p>
          <a:endParaRPr lang="en-US"/>
        </a:p>
      </dgm:t>
    </dgm:pt>
    <dgm:pt modelId="{EB4A7754-89ED-4BC6-A289-77F4013AEBBD}" type="pres">
      <dgm:prSet presAssocID="{75E0FACC-A601-4F46-A0DB-F6A6D6918EA7}" presName="hierChild1" presStyleCnt="0">
        <dgm:presLayoutVars>
          <dgm:chPref val="1"/>
          <dgm:dir/>
          <dgm:animOne val="branch"/>
          <dgm:animLvl val="lvl"/>
          <dgm:resizeHandles/>
        </dgm:presLayoutVars>
      </dgm:prSet>
      <dgm:spPr/>
    </dgm:pt>
    <dgm:pt modelId="{BCB48537-3F4B-4FD1-AC05-77EAA239BD71}" type="pres">
      <dgm:prSet presAssocID="{DD77A7AA-2188-47E0-955D-43EC30173D8B}" presName="hierRoot1" presStyleCnt="0"/>
      <dgm:spPr/>
    </dgm:pt>
    <dgm:pt modelId="{013A205C-156C-4F44-9A65-B3581754706A}" type="pres">
      <dgm:prSet presAssocID="{DD77A7AA-2188-47E0-955D-43EC30173D8B}" presName="composite" presStyleCnt="0"/>
      <dgm:spPr/>
    </dgm:pt>
    <dgm:pt modelId="{C283AAB7-DACB-4E2C-BA27-D2C1E5985625}" type="pres">
      <dgm:prSet presAssocID="{DD77A7AA-2188-47E0-955D-43EC30173D8B}" presName="background" presStyleLbl="node0" presStyleIdx="0" presStyleCnt="3"/>
      <dgm:spPr/>
    </dgm:pt>
    <dgm:pt modelId="{559CFF53-91A9-4216-9527-483785ADCE5B}" type="pres">
      <dgm:prSet presAssocID="{DD77A7AA-2188-47E0-955D-43EC30173D8B}" presName="text" presStyleLbl="fgAcc0" presStyleIdx="0" presStyleCnt="3">
        <dgm:presLayoutVars>
          <dgm:chPref val="3"/>
        </dgm:presLayoutVars>
      </dgm:prSet>
      <dgm:spPr/>
    </dgm:pt>
    <dgm:pt modelId="{0939B26C-1E93-4C93-B62D-8550015E156B}" type="pres">
      <dgm:prSet presAssocID="{DD77A7AA-2188-47E0-955D-43EC30173D8B}" presName="hierChild2" presStyleCnt="0"/>
      <dgm:spPr/>
    </dgm:pt>
    <dgm:pt modelId="{7F6FB882-A4DE-499A-A3DF-FB066C45D341}" type="pres">
      <dgm:prSet presAssocID="{FD25DFEE-B46F-435C-8898-4933B97A0D18}" presName="hierRoot1" presStyleCnt="0"/>
      <dgm:spPr/>
    </dgm:pt>
    <dgm:pt modelId="{78DD5B0F-C062-4BDA-A26D-6AA97B1D8977}" type="pres">
      <dgm:prSet presAssocID="{FD25DFEE-B46F-435C-8898-4933B97A0D18}" presName="composite" presStyleCnt="0"/>
      <dgm:spPr/>
    </dgm:pt>
    <dgm:pt modelId="{493941BA-6990-4DF8-9A77-B68AFDFA1C7D}" type="pres">
      <dgm:prSet presAssocID="{FD25DFEE-B46F-435C-8898-4933B97A0D18}" presName="background" presStyleLbl="node0" presStyleIdx="1" presStyleCnt="3"/>
      <dgm:spPr/>
    </dgm:pt>
    <dgm:pt modelId="{196FA8BC-C3C2-40B9-8154-CD68D8BDA18E}" type="pres">
      <dgm:prSet presAssocID="{FD25DFEE-B46F-435C-8898-4933B97A0D18}" presName="text" presStyleLbl="fgAcc0" presStyleIdx="1" presStyleCnt="3">
        <dgm:presLayoutVars>
          <dgm:chPref val="3"/>
        </dgm:presLayoutVars>
      </dgm:prSet>
      <dgm:spPr/>
    </dgm:pt>
    <dgm:pt modelId="{D02BBE33-CFC6-4AF8-962F-C625455F8564}" type="pres">
      <dgm:prSet presAssocID="{FD25DFEE-B46F-435C-8898-4933B97A0D18}" presName="hierChild2" presStyleCnt="0"/>
      <dgm:spPr/>
    </dgm:pt>
    <dgm:pt modelId="{20740B5D-1C04-45E2-930D-D9156C8D15CC}" type="pres">
      <dgm:prSet presAssocID="{7E28D471-9E93-4CD9-91FC-44384F72C0FB}" presName="hierRoot1" presStyleCnt="0"/>
      <dgm:spPr/>
    </dgm:pt>
    <dgm:pt modelId="{0AD5313A-3D4F-48FB-8BA9-A7EE11F7A697}" type="pres">
      <dgm:prSet presAssocID="{7E28D471-9E93-4CD9-91FC-44384F72C0FB}" presName="composite" presStyleCnt="0"/>
      <dgm:spPr/>
    </dgm:pt>
    <dgm:pt modelId="{7264FE2E-C2E9-4087-B93D-06ED40FEDA7F}" type="pres">
      <dgm:prSet presAssocID="{7E28D471-9E93-4CD9-91FC-44384F72C0FB}" presName="background" presStyleLbl="node0" presStyleIdx="2" presStyleCnt="3"/>
      <dgm:spPr/>
    </dgm:pt>
    <dgm:pt modelId="{B9AFDE22-7095-4CF3-8B59-AC49620F6D8C}" type="pres">
      <dgm:prSet presAssocID="{7E28D471-9E93-4CD9-91FC-44384F72C0FB}" presName="text" presStyleLbl="fgAcc0" presStyleIdx="2" presStyleCnt="3">
        <dgm:presLayoutVars>
          <dgm:chPref val="3"/>
        </dgm:presLayoutVars>
      </dgm:prSet>
      <dgm:spPr/>
    </dgm:pt>
    <dgm:pt modelId="{A294FDFE-E5A5-4C35-B92E-CF80A5BA63F1}" type="pres">
      <dgm:prSet presAssocID="{7E28D471-9E93-4CD9-91FC-44384F72C0FB}" presName="hierChild2" presStyleCnt="0"/>
      <dgm:spPr/>
    </dgm:pt>
  </dgm:ptLst>
  <dgm:cxnLst>
    <dgm:cxn modelId="{D1714B1C-DF35-4AF8-A939-DD287C1DB245}" type="presOf" srcId="{DD77A7AA-2188-47E0-955D-43EC30173D8B}" destId="{559CFF53-91A9-4216-9527-483785ADCE5B}" srcOrd="0" destOrd="0" presId="urn:microsoft.com/office/officeart/2005/8/layout/hierarchy1"/>
    <dgm:cxn modelId="{8FD4A838-C644-4F15-827A-03A1DFB83AD0}" type="presOf" srcId="{7E28D471-9E93-4CD9-91FC-44384F72C0FB}" destId="{B9AFDE22-7095-4CF3-8B59-AC49620F6D8C}" srcOrd="0" destOrd="0" presId="urn:microsoft.com/office/officeart/2005/8/layout/hierarchy1"/>
    <dgm:cxn modelId="{DAC7BF43-F118-4D67-9B9E-8A55671EB05E}" srcId="{75E0FACC-A601-4F46-A0DB-F6A6D6918EA7}" destId="{FD25DFEE-B46F-435C-8898-4933B97A0D18}" srcOrd="1" destOrd="0" parTransId="{F3ADC55F-BD61-421F-9727-EEC64EDF276F}" sibTransId="{DFDA4795-6F92-45E8-9491-C3CDBF6D8808}"/>
    <dgm:cxn modelId="{3ACFDC66-BDF0-4BE7-ACBB-FD2AFE534C72}" srcId="{75E0FACC-A601-4F46-A0DB-F6A6D6918EA7}" destId="{7E28D471-9E93-4CD9-91FC-44384F72C0FB}" srcOrd="2" destOrd="0" parTransId="{13A4EE20-ABED-4D58-BE00-F7904A9FA9BC}" sibTransId="{013044E6-9D8A-4194-AD80-2907C28BB481}"/>
    <dgm:cxn modelId="{BDF57983-DD5A-4585-8C3E-2F2BC10DAD9C}" type="presOf" srcId="{75E0FACC-A601-4F46-A0DB-F6A6D6918EA7}" destId="{EB4A7754-89ED-4BC6-A289-77F4013AEBBD}" srcOrd="0" destOrd="0" presId="urn:microsoft.com/office/officeart/2005/8/layout/hierarchy1"/>
    <dgm:cxn modelId="{FF1B19F2-D604-4984-A307-5F49677129B2}" type="presOf" srcId="{FD25DFEE-B46F-435C-8898-4933B97A0D18}" destId="{196FA8BC-C3C2-40B9-8154-CD68D8BDA18E}" srcOrd="0" destOrd="0" presId="urn:microsoft.com/office/officeart/2005/8/layout/hierarchy1"/>
    <dgm:cxn modelId="{C0B09FF2-CEB2-441F-AF35-A28D3913AB6C}" srcId="{75E0FACC-A601-4F46-A0DB-F6A6D6918EA7}" destId="{DD77A7AA-2188-47E0-955D-43EC30173D8B}" srcOrd="0" destOrd="0" parTransId="{F9A0B2F7-0D0D-4BD5-B5F1-2F02FC835274}" sibTransId="{E13B7BDB-77F2-43A0-9FEA-52AB0D65034C}"/>
    <dgm:cxn modelId="{B26210C3-BC2C-4F0C-BF75-7066C483EBDC}" type="presParOf" srcId="{EB4A7754-89ED-4BC6-A289-77F4013AEBBD}" destId="{BCB48537-3F4B-4FD1-AC05-77EAA239BD71}" srcOrd="0" destOrd="0" presId="urn:microsoft.com/office/officeart/2005/8/layout/hierarchy1"/>
    <dgm:cxn modelId="{471141FE-DC49-46D0-84A9-2117CBBF693D}" type="presParOf" srcId="{BCB48537-3F4B-4FD1-AC05-77EAA239BD71}" destId="{013A205C-156C-4F44-9A65-B3581754706A}" srcOrd="0" destOrd="0" presId="urn:microsoft.com/office/officeart/2005/8/layout/hierarchy1"/>
    <dgm:cxn modelId="{36343000-FA34-4891-B765-92E50A6D135B}" type="presParOf" srcId="{013A205C-156C-4F44-9A65-B3581754706A}" destId="{C283AAB7-DACB-4E2C-BA27-D2C1E5985625}" srcOrd="0" destOrd="0" presId="urn:microsoft.com/office/officeart/2005/8/layout/hierarchy1"/>
    <dgm:cxn modelId="{73E06D77-0F09-4436-9882-1C038E0AE373}" type="presParOf" srcId="{013A205C-156C-4F44-9A65-B3581754706A}" destId="{559CFF53-91A9-4216-9527-483785ADCE5B}" srcOrd="1" destOrd="0" presId="urn:microsoft.com/office/officeart/2005/8/layout/hierarchy1"/>
    <dgm:cxn modelId="{9FDB1B8A-4453-433C-966B-7A1FF9CCED41}" type="presParOf" srcId="{BCB48537-3F4B-4FD1-AC05-77EAA239BD71}" destId="{0939B26C-1E93-4C93-B62D-8550015E156B}" srcOrd="1" destOrd="0" presId="urn:microsoft.com/office/officeart/2005/8/layout/hierarchy1"/>
    <dgm:cxn modelId="{864B0533-DFBC-4AE2-BABE-C2D96E18F2D5}" type="presParOf" srcId="{EB4A7754-89ED-4BC6-A289-77F4013AEBBD}" destId="{7F6FB882-A4DE-499A-A3DF-FB066C45D341}" srcOrd="1" destOrd="0" presId="urn:microsoft.com/office/officeart/2005/8/layout/hierarchy1"/>
    <dgm:cxn modelId="{CBFAB636-8C25-4A0A-860E-9A5B6BF0013B}" type="presParOf" srcId="{7F6FB882-A4DE-499A-A3DF-FB066C45D341}" destId="{78DD5B0F-C062-4BDA-A26D-6AA97B1D8977}" srcOrd="0" destOrd="0" presId="urn:microsoft.com/office/officeart/2005/8/layout/hierarchy1"/>
    <dgm:cxn modelId="{6250FD63-348E-4584-87FF-DBA301B2B034}" type="presParOf" srcId="{78DD5B0F-C062-4BDA-A26D-6AA97B1D8977}" destId="{493941BA-6990-4DF8-9A77-B68AFDFA1C7D}" srcOrd="0" destOrd="0" presId="urn:microsoft.com/office/officeart/2005/8/layout/hierarchy1"/>
    <dgm:cxn modelId="{6C615472-34D7-4396-A05F-3EE0DEAAB422}" type="presParOf" srcId="{78DD5B0F-C062-4BDA-A26D-6AA97B1D8977}" destId="{196FA8BC-C3C2-40B9-8154-CD68D8BDA18E}" srcOrd="1" destOrd="0" presId="urn:microsoft.com/office/officeart/2005/8/layout/hierarchy1"/>
    <dgm:cxn modelId="{773BB93C-3243-47B9-BABB-03B480839812}" type="presParOf" srcId="{7F6FB882-A4DE-499A-A3DF-FB066C45D341}" destId="{D02BBE33-CFC6-4AF8-962F-C625455F8564}" srcOrd="1" destOrd="0" presId="urn:microsoft.com/office/officeart/2005/8/layout/hierarchy1"/>
    <dgm:cxn modelId="{0C8566BA-7145-4892-9927-1CFFC2AB8AF3}" type="presParOf" srcId="{EB4A7754-89ED-4BC6-A289-77F4013AEBBD}" destId="{20740B5D-1C04-45E2-930D-D9156C8D15CC}" srcOrd="2" destOrd="0" presId="urn:microsoft.com/office/officeart/2005/8/layout/hierarchy1"/>
    <dgm:cxn modelId="{7BACE5C3-4D5C-4B83-B004-89A7E5251792}" type="presParOf" srcId="{20740B5D-1C04-45E2-930D-D9156C8D15CC}" destId="{0AD5313A-3D4F-48FB-8BA9-A7EE11F7A697}" srcOrd="0" destOrd="0" presId="urn:microsoft.com/office/officeart/2005/8/layout/hierarchy1"/>
    <dgm:cxn modelId="{4390D3ED-1005-41EC-8DFD-708D5EC319B8}" type="presParOf" srcId="{0AD5313A-3D4F-48FB-8BA9-A7EE11F7A697}" destId="{7264FE2E-C2E9-4087-B93D-06ED40FEDA7F}" srcOrd="0" destOrd="0" presId="urn:microsoft.com/office/officeart/2005/8/layout/hierarchy1"/>
    <dgm:cxn modelId="{2B6B6244-0918-4630-866B-F27BBD3A22EE}" type="presParOf" srcId="{0AD5313A-3D4F-48FB-8BA9-A7EE11F7A697}" destId="{B9AFDE22-7095-4CF3-8B59-AC49620F6D8C}" srcOrd="1" destOrd="0" presId="urn:microsoft.com/office/officeart/2005/8/layout/hierarchy1"/>
    <dgm:cxn modelId="{5E46A2B4-CB05-468C-BD13-06C157D7CF34}" type="presParOf" srcId="{20740B5D-1C04-45E2-930D-D9156C8D15CC}" destId="{A294FDFE-E5A5-4C35-B92E-CF80A5BA63F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1B01D0-775A-473F-B618-8FFF2E5B3BE9}">
      <dsp:nvSpPr>
        <dsp:cNvPr id="0" name=""/>
        <dsp:cNvSpPr/>
      </dsp:nvSpPr>
      <dsp:spPr>
        <a:xfrm>
          <a:off x="0" y="354279"/>
          <a:ext cx="6582555" cy="5796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165D55-9D0A-4853-8330-D2B39090F3D3}">
      <dsp:nvSpPr>
        <dsp:cNvPr id="0" name=""/>
        <dsp:cNvSpPr/>
      </dsp:nvSpPr>
      <dsp:spPr>
        <a:xfrm>
          <a:off x="329127" y="14799"/>
          <a:ext cx="4607788" cy="67896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163" tIns="0" rIns="174163" bIns="0" numCol="1" spcCol="1270" anchor="ctr" anchorCtr="0">
          <a:noAutofit/>
        </a:bodyPr>
        <a:lstStyle/>
        <a:p>
          <a:pPr marL="0" lvl="0" indent="0" algn="l" defTabSz="1022350">
            <a:lnSpc>
              <a:spcPct val="90000"/>
            </a:lnSpc>
            <a:spcBef>
              <a:spcPct val="0"/>
            </a:spcBef>
            <a:spcAft>
              <a:spcPct val="35000"/>
            </a:spcAft>
            <a:buNone/>
          </a:pPr>
          <a:r>
            <a:rPr lang="en-PK" sz="2300" b="0" i="0" kern="1200" baseline="0"/>
            <a:t>Email phishing</a:t>
          </a:r>
          <a:endParaRPr lang="en-US" sz="2300" b="0" i="0" kern="1200" baseline="0"/>
        </a:p>
      </dsp:txBody>
      <dsp:txXfrm>
        <a:off x="362271" y="47943"/>
        <a:ext cx="4541500" cy="612672"/>
      </dsp:txXfrm>
    </dsp:sp>
    <dsp:sp modelId="{FE5472B4-0CA7-48B9-B446-2A2188A5A253}">
      <dsp:nvSpPr>
        <dsp:cNvPr id="0" name=""/>
        <dsp:cNvSpPr/>
      </dsp:nvSpPr>
      <dsp:spPr>
        <a:xfrm>
          <a:off x="0" y="1397559"/>
          <a:ext cx="6582555" cy="579600"/>
        </a:xfrm>
        <a:prstGeom prst="rect">
          <a:avLst/>
        </a:prstGeom>
        <a:solidFill>
          <a:schemeClr val="lt1">
            <a:alpha val="90000"/>
            <a:hueOff val="0"/>
            <a:satOff val="0"/>
            <a:lumOff val="0"/>
            <a:alphaOff val="0"/>
          </a:schemeClr>
        </a:solidFill>
        <a:ln w="15875" cap="flat" cmpd="sng" algn="ctr">
          <a:solidFill>
            <a:schemeClr val="accent5">
              <a:hueOff val="-706879"/>
              <a:satOff val="-19960"/>
              <a:lumOff val="-49"/>
              <a:alphaOff val="0"/>
            </a:schemeClr>
          </a:solidFill>
          <a:prstDash val="solid"/>
        </a:ln>
        <a:effectLst/>
      </dsp:spPr>
      <dsp:style>
        <a:lnRef idx="2">
          <a:scrgbClr r="0" g="0" b="0"/>
        </a:lnRef>
        <a:fillRef idx="1">
          <a:scrgbClr r="0" g="0" b="0"/>
        </a:fillRef>
        <a:effectRef idx="0">
          <a:scrgbClr r="0" g="0" b="0"/>
        </a:effectRef>
        <a:fontRef idx="minor"/>
      </dsp:style>
    </dsp:sp>
    <dsp:sp modelId="{74F698E1-404B-41A7-B4BE-30C88CD4B68A}">
      <dsp:nvSpPr>
        <dsp:cNvPr id="0" name=""/>
        <dsp:cNvSpPr/>
      </dsp:nvSpPr>
      <dsp:spPr>
        <a:xfrm>
          <a:off x="329127" y="1058079"/>
          <a:ext cx="4607788" cy="678960"/>
        </a:xfrm>
        <a:prstGeom prst="roundRect">
          <a:avLst/>
        </a:prstGeom>
        <a:solidFill>
          <a:schemeClr val="accent5">
            <a:hueOff val="-706879"/>
            <a:satOff val="-19960"/>
            <a:lumOff val="-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163" tIns="0" rIns="174163" bIns="0" numCol="1" spcCol="1270" anchor="ctr" anchorCtr="0">
          <a:noAutofit/>
        </a:bodyPr>
        <a:lstStyle/>
        <a:p>
          <a:pPr marL="0" lvl="0" indent="0" algn="l" defTabSz="1022350">
            <a:lnSpc>
              <a:spcPct val="90000"/>
            </a:lnSpc>
            <a:spcBef>
              <a:spcPct val="0"/>
            </a:spcBef>
            <a:spcAft>
              <a:spcPct val="35000"/>
            </a:spcAft>
            <a:buNone/>
          </a:pPr>
          <a:r>
            <a:rPr lang="en-PK" sz="2300" b="0" i="0" kern="1200" baseline="0"/>
            <a:t>Spear phishing (targeted)</a:t>
          </a:r>
          <a:endParaRPr lang="en-US" sz="2300" kern="1200"/>
        </a:p>
      </dsp:txBody>
      <dsp:txXfrm>
        <a:off x="362271" y="1091223"/>
        <a:ext cx="4541500" cy="612672"/>
      </dsp:txXfrm>
    </dsp:sp>
    <dsp:sp modelId="{92E77F0A-277C-4B39-A027-0008EBC27830}">
      <dsp:nvSpPr>
        <dsp:cNvPr id="0" name=""/>
        <dsp:cNvSpPr/>
      </dsp:nvSpPr>
      <dsp:spPr>
        <a:xfrm>
          <a:off x="0" y="2440839"/>
          <a:ext cx="6582555" cy="579600"/>
        </a:xfrm>
        <a:prstGeom prst="rect">
          <a:avLst/>
        </a:prstGeom>
        <a:solidFill>
          <a:schemeClr val="lt1">
            <a:alpha val="90000"/>
            <a:hueOff val="0"/>
            <a:satOff val="0"/>
            <a:lumOff val="0"/>
            <a:alphaOff val="0"/>
          </a:schemeClr>
        </a:solidFill>
        <a:ln w="15875" cap="flat" cmpd="sng" algn="ctr">
          <a:solidFill>
            <a:schemeClr val="accent5">
              <a:hueOff val="-1413758"/>
              <a:satOff val="-39920"/>
              <a:lumOff val="-98"/>
              <a:alphaOff val="0"/>
            </a:schemeClr>
          </a:solidFill>
          <a:prstDash val="solid"/>
        </a:ln>
        <a:effectLst/>
      </dsp:spPr>
      <dsp:style>
        <a:lnRef idx="2">
          <a:scrgbClr r="0" g="0" b="0"/>
        </a:lnRef>
        <a:fillRef idx="1">
          <a:scrgbClr r="0" g="0" b="0"/>
        </a:fillRef>
        <a:effectRef idx="0">
          <a:scrgbClr r="0" g="0" b="0"/>
        </a:effectRef>
        <a:fontRef idx="minor"/>
      </dsp:style>
    </dsp:sp>
    <dsp:sp modelId="{391CF5E0-2532-4C5A-9ACB-4B062D3ECDDC}">
      <dsp:nvSpPr>
        <dsp:cNvPr id="0" name=""/>
        <dsp:cNvSpPr/>
      </dsp:nvSpPr>
      <dsp:spPr>
        <a:xfrm>
          <a:off x="329127" y="2101359"/>
          <a:ext cx="4607788" cy="678960"/>
        </a:xfrm>
        <a:prstGeom prst="roundRect">
          <a:avLst/>
        </a:prstGeom>
        <a:solidFill>
          <a:schemeClr val="accent5">
            <a:hueOff val="-1413758"/>
            <a:satOff val="-39920"/>
            <a:lumOff val="-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163" tIns="0" rIns="174163" bIns="0" numCol="1" spcCol="1270" anchor="ctr" anchorCtr="0">
          <a:noAutofit/>
        </a:bodyPr>
        <a:lstStyle/>
        <a:p>
          <a:pPr marL="0" lvl="0" indent="0" algn="l" defTabSz="1022350">
            <a:lnSpc>
              <a:spcPct val="90000"/>
            </a:lnSpc>
            <a:spcBef>
              <a:spcPct val="0"/>
            </a:spcBef>
            <a:spcAft>
              <a:spcPct val="35000"/>
            </a:spcAft>
            <a:buNone/>
          </a:pPr>
          <a:r>
            <a:rPr lang="en-PK" sz="2300" b="0" i="0" kern="1200" baseline="0"/>
            <a:t>Whaling (targeting executives)</a:t>
          </a:r>
          <a:endParaRPr lang="en-US" sz="2300" kern="1200"/>
        </a:p>
      </dsp:txBody>
      <dsp:txXfrm>
        <a:off x="362271" y="2134503"/>
        <a:ext cx="4541500" cy="612672"/>
      </dsp:txXfrm>
    </dsp:sp>
    <dsp:sp modelId="{C290BD43-04C0-4EDF-A01D-5226E5093FB0}">
      <dsp:nvSpPr>
        <dsp:cNvPr id="0" name=""/>
        <dsp:cNvSpPr/>
      </dsp:nvSpPr>
      <dsp:spPr>
        <a:xfrm>
          <a:off x="0" y="3484119"/>
          <a:ext cx="6582555" cy="579600"/>
        </a:xfrm>
        <a:prstGeom prst="rect">
          <a:avLst/>
        </a:prstGeom>
        <a:solidFill>
          <a:schemeClr val="lt1">
            <a:alpha val="90000"/>
            <a:hueOff val="0"/>
            <a:satOff val="0"/>
            <a:lumOff val="0"/>
            <a:alphaOff val="0"/>
          </a:schemeClr>
        </a:solidFill>
        <a:ln w="15875" cap="flat" cmpd="sng" algn="ctr">
          <a:solidFill>
            <a:schemeClr val="accent5">
              <a:hueOff val="-2120636"/>
              <a:satOff val="-59879"/>
              <a:lumOff val="-148"/>
              <a:alphaOff val="0"/>
            </a:schemeClr>
          </a:solidFill>
          <a:prstDash val="solid"/>
        </a:ln>
        <a:effectLst/>
      </dsp:spPr>
      <dsp:style>
        <a:lnRef idx="2">
          <a:scrgbClr r="0" g="0" b="0"/>
        </a:lnRef>
        <a:fillRef idx="1">
          <a:scrgbClr r="0" g="0" b="0"/>
        </a:fillRef>
        <a:effectRef idx="0">
          <a:scrgbClr r="0" g="0" b="0"/>
        </a:effectRef>
        <a:fontRef idx="minor"/>
      </dsp:style>
    </dsp:sp>
    <dsp:sp modelId="{635304F5-3ECE-441E-A391-FDFBB665EB22}">
      <dsp:nvSpPr>
        <dsp:cNvPr id="0" name=""/>
        <dsp:cNvSpPr/>
      </dsp:nvSpPr>
      <dsp:spPr>
        <a:xfrm>
          <a:off x="329127" y="3144639"/>
          <a:ext cx="4607788" cy="678960"/>
        </a:xfrm>
        <a:prstGeom prst="roundRect">
          <a:avLst/>
        </a:prstGeom>
        <a:solidFill>
          <a:schemeClr val="accent5">
            <a:hueOff val="-2120636"/>
            <a:satOff val="-59879"/>
            <a:lumOff val="-14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163" tIns="0" rIns="174163" bIns="0" numCol="1" spcCol="1270" anchor="ctr" anchorCtr="0">
          <a:noAutofit/>
        </a:bodyPr>
        <a:lstStyle/>
        <a:p>
          <a:pPr marL="0" lvl="0" indent="0" algn="l" defTabSz="1022350">
            <a:lnSpc>
              <a:spcPct val="90000"/>
            </a:lnSpc>
            <a:spcBef>
              <a:spcPct val="0"/>
            </a:spcBef>
            <a:spcAft>
              <a:spcPct val="35000"/>
            </a:spcAft>
            <a:buNone/>
          </a:pPr>
          <a:r>
            <a:rPr lang="en-PK" sz="2300" b="0" i="0" kern="1200" baseline="0"/>
            <a:t>SMS phishing (Smishing)</a:t>
          </a:r>
          <a:endParaRPr lang="en-US" sz="2300" kern="1200"/>
        </a:p>
      </dsp:txBody>
      <dsp:txXfrm>
        <a:off x="362271" y="3177783"/>
        <a:ext cx="4541500" cy="612672"/>
      </dsp:txXfrm>
    </dsp:sp>
    <dsp:sp modelId="{E7A1E3EE-012B-43D8-803A-E1D938D9E965}">
      <dsp:nvSpPr>
        <dsp:cNvPr id="0" name=""/>
        <dsp:cNvSpPr/>
      </dsp:nvSpPr>
      <dsp:spPr>
        <a:xfrm>
          <a:off x="0" y="4527399"/>
          <a:ext cx="6582555" cy="579600"/>
        </a:xfrm>
        <a:prstGeom prst="rect">
          <a:avLst/>
        </a:prstGeom>
        <a:solidFill>
          <a:schemeClr val="lt1">
            <a:alpha val="90000"/>
            <a:hueOff val="0"/>
            <a:satOff val="0"/>
            <a:lumOff val="0"/>
            <a:alphaOff val="0"/>
          </a:schemeClr>
        </a:solidFill>
        <a:ln w="15875" cap="flat" cmpd="sng" algn="ctr">
          <a:solidFill>
            <a:schemeClr val="accent5">
              <a:hueOff val="-2827515"/>
              <a:satOff val="-79839"/>
              <a:lumOff val="-197"/>
              <a:alphaOff val="0"/>
            </a:schemeClr>
          </a:solidFill>
          <a:prstDash val="solid"/>
        </a:ln>
        <a:effectLst/>
      </dsp:spPr>
      <dsp:style>
        <a:lnRef idx="2">
          <a:scrgbClr r="0" g="0" b="0"/>
        </a:lnRef>
        <a:fillRef idx="1">
          <a:scrgbClr r="0" g="0" b="0"/>
        </a:fillRef>
        <a:effectRef idx="0">
          <a:scrgbClr r="0" g="0" b="0"/>
        </a:effectRef>
        <a:fontRef idx="minor"/>
      </dsp:style>
    </dsp:sp>
    <dsp:sp modelId="{CEE54526-815F-4B45-BED4-D5545F859B7E}">
      <dsp:nvSpPr>
        <dsp:cNvPr id="0" name=""/>
        <dsp:cNvSpPr/>
      </dsp:nvSpPr>
      <dsp:spPr>
        <a:xfrm>
          <a:off x="329127" y="4187919"/>
          <a:ext cx="4607788" cy="678960"/>
        </a:xfrm>
        <a:prstGeom prst="roundRect">
          <a:avLst/>
        </a:prstGeom>
        <a:solidFill>
          <a:schemeClr val="accent5">
            <a:hueOff val="-2827515"/>
            <a:satOff val="-79839"/>
            <a:lumOff val="-19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163" tIns="0" rIns="174163" bIns="0" numCol="1" spcCol="1270" anchor="ctr" anchorCtr="0">
          <a:noAutofit/>
        </a:bodyPr>
        <a:lstStyle/>
        <a:p>
          <a:pPr marL="0" lvl="0" indent="0" algn="l" defTabSz="1022350">
            <a:lnSpc>
              <a:spcPct val="90000"/>
            </a:lnSpc>
            <a:spcBef>
              <a:spcPct val="0"/>
            </a:spcBef>
            <a:spcAft>
              <a:spcPct val="35000"/>
            </a:spcAft>
            <a:buNone/>
          </a:pPr>
          <a:r>
            <a:rPr lang="en-PK" sz="2300" b="0" i="0" kern="1200" baseline="0"/>
            <a:t>Voice phishing (Vishing)</a:t>
          </a:r>
          <a:endParaRPr lang="en-US" sz="2300" kern="1200"/>
        </a:p>
      </dsp:txBody>
      <dsp:txXfrm>
        <a:off x="362271" y="4221063"/>
        <a:ext cx="4541500"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F757E7-9649-4AF7-AA45-9E3C68A9132C}">
      <dsp:nvSpPr>
        <dsp:cNvPr id="0" name=""/>
        <dsp:cNvSpPr/>
      </dsp:nvSpPr>
      <dsp:spPr>
        <a:xfrm>
          <a:off x="0" y="2096"/>
          <a:ext cx="6910387" cy="1062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6B6C0F-1C9B-46A4-86E7-6FA74DEAD76E}">
      <dsp:nvSpPr>
        <dsp:cNvPr id="0" name=""/>
        <dsp:cNvSpPr/>
      </dsp:nvSpPr>
      <dsp:spPr>
        <a:xfrm>
          <a:off x="321428" y="241175"/>
          <a:ext cx="584416" cy="5844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6E54CC-CE0F-4B3A-BA5E-316B06B53017}">
      <dsp:nvSpPr>
        <dsp:cNvPr id="0" name=""/>
        <dsp:cNvSpPr/>
      </dsp:nvSpPr>
      <dsp:spPr>
        <a:xfrm>
          <a:off x="1227274" y="2096"/>
          <a:ext cx="5683112" cy="106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456" tIns="112456" rIns="112456" bIns="112456" numCol="1" spcCol="1270" anchor="ctr" anchorCtr="0">
          <a:noAutofit/>
        </a:bodyPr>
        <a:lstStyle/>
        <a:p>
          <a:pPr marL="0" lvl="0" indent="0" algn="l" defTabSz="977900">
            <a:lnSpc>
              <a:spcPct val="100000"/>
            </a:lnSpc>
            <a:spcBef>
              <a:spcPct val="0"/>
            </a:spcBef>
            <a:spcAft>
              <a:spcPct val="35000"/>
            </a:spcAft>
            <a:buNone/>
          </a:pPr>
          <a:r>
            <a:rPr lang="en-PK" sz="2200" b="0" i="0" kern="1200" baseline="0"/>
            <a:t>Look for suspicious sender addresses</a:t>
          </a:r>
          <a:endParaRPr lang="en-US" sz="2200" b="0" i="0" kern="1200" baseline="0"/>
        </a:p>
      </dsp:txBody>
      <dsp:txXfrm>
        <a:off x="1227274" y="2096"/>
        <a:ext cx="5683112" cy="1062575"/>
      </dsp:txXfrm>
    </dsp:sp>
    <dsp:sp modelId="{17A48A79-4514-4455-A336-538D2EAB6737}">
      <dsp:nvSpPr>
        <dsp:cNvPr id="0" name=""/>
        <dsp:cNvSpPr/>
      </dsp:nvSpPr>
      <dsp:spPr>
        <a:xfrm>
          <a:off x="0" y="1330315"/>
          <a:ext cx="6910387" cy="1062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B0D8FA-E2BD-4EE3-908D-C54BC75E6ABE}">
      <dsp:nvSpPr>
        <dsp:cNvPr id="0" name=""/>
        <dsp:cNvSpPr/>
      </dsp:nvSpPr>
      <dsp:spPr>
        <a:xfrm>
          <a:off x="321428" y="1569394"/>
          <a:ext cx="584416" cy="5844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1DBC9B-DABB-455A-8D6A-B327D3E70F8B}">
      <dsp:nvSpPr>
        <dsp:cNvPr id="0" name=""/>
        <dsp:cNvSpPr/>
      </dsp:nvSpPr>
      <dsp:spPr>
        <a:xfrm>
          <a:off x="1227274" y="1330315"/>
          <a:ext cx="5683112" cy="106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456" tIns="112456" rIns="112456" bIns="112456" numCol="1" spcCol="1270" anchor="ctr" anchorCtr="0">
          <a:noAutofit/>
        </a:bodyPr>
        <a:lstStyle/>
        <a:p>
          <a:pPr marL="0" lvl="0" indent="0" algn="l" defTabSz="977900">
            <a:lnSpc>
              <a:spcPct val="100000"/>
            </a:lnSpc>
            <a:spcBef>
              <a:spcPct val="0"/>
            </a:spcBef>
            <a:spcAft>
              <a:spcPct val="35000"/>
            </a:spcAft>
            <a:buNone/>
          </a:pPr>
          <a:r>
            <a:rPr lang="en-PK" sz="2200" b="0" i="0" kern="1200" baseline="0"/>
            <a:t>Urgent or threatening language</a:t>
          </a:r>
          <a:endParaRPr lang="en-US" sz="2200" kern="1200"/>
        </a:p>
      </dsp:txBody>
      <dsp:txXfrm>
        <a:off x="1227274" y="1330315"/>
        <a:ext cx="5683112" cy="1062575"/>
      </dsp:txXfrm>
    </dsp:sp>
    <dsp:sp modelId="{54AAB397-F18D-4BFB-BF0F-83F4564874AF}">
      <dsp:nvSpPr>
        <dsp:cNvPr id="0" name=""/>
        <dsp:cNvSpPr/>
      </dsp:nvSpPr>
      <dsp:spPr>
        <a:xfrm>
          <a:off x="0" y="2658534"/>
          <a:ext cx="6910387" cy="1062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ADA136-3C57-4324-BB42-4C2D777D0B8E}">
      <dsp:nvSpPr>
        <dsp:cNvPr id="0" name=""/>
        <dsp:cNvSpPr/>
      </dsp:nvSpPr>
      <dsp:spPr>
        <a:xfrm>
          <a:off x="321428" y="2897613"/>
          <a:ext cx="584416" cy="5844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E6324F-77AD-4D9E-BD47-2D0730F3F5CB}">
      <dsp:nvSpPr>
        <dsp:cNvPr id="0" name=""/>
        <dsp:cNvSpPr/>
      </dsp:nvSpPr>
      <dsp:spPr>
        <a:xfrm>
          <a:off x="1227274" y="2658534"/>
          <a:ext cx="5683112" cy="106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456" tIns="112456" rIns="112456" bIns="112456" numCol="1" spcCol="1270" anchor="ctr" anchorCtr="0">
          <a:noAutofit/>
        </a:bodyPr>
        <a:lstStyle/>
        <a:p>
          <a:pPr marL="0" lvl="0" indent="0" algn="l" defTabSz="977900">
            <a:lnSpc>
              <a:spcPct val="100000"/>
            </a:lnSpc>
            <a:spcBef>
              <a:spcPct val="0"/>
            </a:spcBef>
            <a:spcAft>
              <a:spcPct val="35000"/>
            </a:spcAft>
            <a:buNone/>
          </a:pPr>
          <a:r>
            <a:rPr lang="en-PK" sz="2200" b="0" i="0" kern="1200" baseline="0"/>
            <a:t>Unexpected attachments or links</a:t>
          </a:r>
          <a:endParaRPr lang="en-US" sz="2200" kern="1200"/>
        </a:p>
      </dsp:txBody>
      <dsp:txXfrm>
        <a:off x="1227274" y="2658534"/>
        <a:ext cx="5683112" cy="1062575"/>
      </dsp:txXfrm>
    </dsp:sp>
    <dsp:sp modelId="{C5B54B28-E0EC-450A-90F0-7494C6DB1C00}">
      <dsp:nvSpPr>
        <dsp:cNvPr id="0" name=""/>
        <dsp:cNvSpPr/>
      </dsp:nvSpPr>
      <dsp:spPr>
        <a:xfrm>
          <a:off x="0" y="3986753"/>
          <a:ext cx="6910387" cy="1062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DBBAA-94BE-4EAA-B3AF-164217BFA83C}">
      <dsp:nvSpPr>
        <dsp:cNvPr id="0" name=""/>
        <dsp:cNvSpPr/>
      </dsp:nvSpPr>
      <dsp:spPr>
        <a:xfrm>
          <a:off x="321428" y="4225832"/>
          <a:ext cx="584416" cy="5844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0CE231-A5E9-4128-A1A8-560C3EE58162}">
      <dsp:nvSpPr>
        <dsp:cNvPr id="0" name=""/>
        <dsp:cNvSpPr/>
      </dsp:nvSpPr>
      <dsp:spPr>
        <a:xfrm>
          <a:off x="1227274" y="3986753"/>
          <a:ext cx="5683112" cy="106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456" tIns="112456" rIns="112456" bIns="112456" numCol="1" spcCol="1270" anchor="ctr" anchorCtr="0">
          <a:noAutofit/>
        </a:bodyPr>
        <a:lstStyle/>
        <a:p>
          <a:pPr marL="0" lvl="0" indent="0" algn="l" defTabSz="977900">
            <a:lnSpc>
              <a:spcPct val="100000"/>
            </a:lnSpc>
            <a:spcBef>
              <a:spcPct val="0"/>
            </a:spcBef>
            <a:spcAft>
              <a:spcPct val="35000"/>
            </a:spcAft>
            <a:buNone/>
          </a:pPr>
          <a:r>
            <a:rPr lang="en-PK" sz="2200" b="0" i="0" kern="1200" baseline="0"/>
            <a:t>Example: fake bank email</a:t>
          </a:r>
          <a:endParaRPr lang="en-US" sz="2200" kern="1200"/>
        </a:p>
      </dsp:txBody>
      <dsp:txXfrm>
        <a:off x="1227274" y="3986753"/>
        <a:ext cx="5683112" cy="10625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260CEC-3020-4EA6-A7AC-95AC49ED9A45}">
      <dsp:nvSpPr>
        <dsp:cNvPr id="0" name=""/>
        <dsp:cNvSpPr/>
      </dsp:nvSpPr>
      <dsp:spPr>
        <a:xfrm>
          <a:off x="0" y="61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BA7521-24F5-4A19-929A-275B18ADB864}">
      <dsp:nvSpPr>
        <dsp:cNvPr id="0" name=""/>
        <dsp:cNvSpPr/>
      </dsp:nvSpPr>
      <dsp:spPr>
        <a:xfrm>
          <a:off x="436480" y="325271"/>
          <a:ext cx="793601" cy="793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AA2241-CA2A-429B-9098-F05C9652CF93}">
      <dsp:nvSpPr>
        <dsp:cNvPr id="0" name=""/>
        <dsp:cNvSpPr/>
      </dsp:nvSpPr>
      <dsp:spPr>
        <a:xfrm>
          <a:off x="1666563" y="61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100000"/>
            </a:lnSpc>
            <a:spcBef>
              <a:spcPct val="0"/>
            </a:spcBef>
            <a:spcAft>
              <a:spcPct val="35000"/>
            </a:spcAft>
            <a:buNone/>
          </a:pPr>
          <a:r>
            <a:rPr lang="en-PK" sz="2500" b="0" i="0" kern="1200" baseline="0"/>
            <a:t>High-level targets like CEOs or CFOs</a:t>
          </a:r>
          <a:endParaRPr lang="en-US" sz="2500" b="0" i="0" kern="1200" baseline="0"/>
        </a:p>
      </dsp:txBody>
      <dsp:txXfrm>
        <a:off x="1666563" y="616"/>
        <a:ext cx="5243823" cy="1442911"/>
      </dsp:txXfrm>
    </dsp:sp>
    <dsp:sp modelId="{D2298A02-1010-4805-8261-72E061B95F84}">
      <dsp:nvSpPr>
        <dsp:cNvPr id="0" name=""/>
        <dsp:cNvSpPr/>
      </dsp:nvSpPr>
      <dsp:spPr>
        <a:xfrm>
          <a:off x="0" y="180425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EE0FDA-C07A-4AFD-AEA3-189298997AA6}">
      <dsp:nvSpPr>
        <dsp:cNvPr id="0" name=""/>
        <dsp:cNvSpPr/>
      </dsp:nvSpPr>
      <dsp:spPr>
        <a:xfrm>
          <a:off x="436480" y="2128911"/>
          <a:ext cx="793601" cy="793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6D475B-43E8-476B-8395-D6B5CBBD6D31}">
      <dsp:nvSpPr>
        <dsp:cNvPr id="0" name=""/>
        <dsp:cNvSpPr/>
      </dsp:nvSpPr>
      <dsp:spPr>
        <a:xfrm>
          <a:off x="1666563" y="180425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100000"/>
            </a:lnSpc>
            <a:spcBef>
              <a:spcPct val="0"/>
            </a:spcBef>
            <a:spcAft>
              <a:spcPct val="35000"/>
            </a:spcAft>
            <a:buNone/>
          </a:pPr>
          <a:r>
            <a:rPr lang="en-PK" sz="2500" b="0" i="0" kern="1200" baseline="0"/>
            <a:t>Emails appear from trusted business partners</a:t>
          </a:r>
          <a:endParaRPr lang="en-US" sz="2500" kern="1200"/>
        </a:p>
      </dsp:txBody>
      <dsp:txXfrm>
        <a:off x="1666563" y="1804256"/>
        <a:ext cx="5243823" cy="1442911"/>
      </dsp:txXfrm>
    </dsp:sp>
    <dsp:sp modelId="{D9D1F3A0-FD53-441E-8F3E-0DAB1626847C}">
      <dsp:nvSpPr>
        <dsp:cNvPr id="0" name=""/>
        <dsp:cNvSpPr/>
      </dsp:nvSpPr>
      <dsp:spPr>
        <a:xfrm>
          <a:off x="0" y="360789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34696E-7E96-4214-B801-A85E52647986}">
      <dsp:nvSpPr>
        <dsp:cNvPr id="0" name=""/>
        <dsp:cNvSpPr/>
      </dsp:nvSpPr>
      <dsp:spPr>
        <a:xfrm>
          <a:off x="436480" y="3932551"/>
          <a:ext cx="793601" cy="793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8C63D8-608B-4727-8156-2A3E15B28ED6}">
      <dsp:nvSpPr>
        <dsp:cNvPr id="0" name=""/>
        <dsp:cNvSpPr/>
      </dsp:nvSpPr>
      <dsp:spPr>
        <a:xfrm>
          <a:off x="1666563" y="360789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100000"/>
            </a:lnSpc>
            <a:spcBef>
              <a:spcPct val="0"/>
            </a:spcBef>
            <a:spcAft>
              <a:spcPct val="35000"/>
            </a:spcAft>
            <a:buNone/>
          </a:pPr>
          <a:r>
            <a:rPr lang="en-PK" sz="2500" b="0" i="0" kern="1200" baseline="0"/>
            <a:t>Example: fake invoice request</a:t>
          </a:r>
          <a:endParaRPr lang="en-US" sz="2500" kern="1200"/>
        </a:p>
      </dsp:txBody>
      <dsp:txXfrm>
        <a:off x="1666563" y="3607896"/>
        <a:ext cx="5243823" cy="14429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DB0F6-F14E-4C0D-BF5D-207882575D38}">
      <dsp:nvSpPr>
        <dsp:cNvPr id="0" name=""/>
        <dsp:cNvSpPr/>
      </dsp:nvSpPr>
      <dsp:spPr>
        <a:xfrm>
          <a:off x="0"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27E949-A460-452A-A928-3D4881774C3B}">
      <dsp:nvSpPr>
        <dsp:cNvPr id="0" name=""/>
        <dsp:cNvSpPr/>
      </dsp:nvSpPr>
      <dsp:spPr>
        <a:xfrm>
          <a:off x="31432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PK" sz="2800" b="0" i="0" kern="1200" baseline="0"/>
            <a:t>Messages asking to click links or confirm info</a:t>
          </a:r>
          <a:endParaRPr lang="en-US" sz="2800" b="0" i="0" kern="1200" baseline="0"/>
        </a:p>
      </dsp:txBody>
      <dsp:txXfrm>
        <a:off x="366939" y="1196774"/>
        <a:ext cx="2723696" cy="1691139"/>
      </dsp:txXfrm>
    </dsp:sp>
    <dsp:sp modelId="{AAC97A0F-7F91-47AE-A5F7-95437E294500}">
      <dsp:nvSpPr>
        <dsp:cNvPr id="0" name=""/>
        <dsp:cNvSpPr/>
      </dsp:nvSpPr>
      <dsp:spPr>
        <a:xfrm>
          <a:off x="3457574"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01D653-7AE7-49BC-BCF9-577B52890EE3}">
      <dsp:nvSpPr>
        <dsp:cNvPr id="0" name=""/>
        <dsp:cNvSpPr/>
      </dsp:nvSpPr>
      <dsp:spPr>
        <a:xfrm>
          <a:off x="3771899"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PK" sz="2800" b="0" i="0" kern="1200" baseline="0"/>
            <a:t>Often claims to be banks, delivery services</a:t>
          </a:r>
          <a:endParaRPr lang="en-US" sz="2800" kern="1200"/>
        </a:p>
      </dsp:txBody>
      <dsp:txXfrm>
        <a:off x="3824513" y="1196774"/>
        <a:ext cx="2723696" cy="1691139"/>
      </dsp:txXfrm>
    </dsp:sp>
    <dsp:sp modelId="{ED78914C-EB62-41D5-88D1-59A9761DFE45}">
      <dsp:nvSpPr>
        <dsp:cNvPr id="0" name=""/>
        <dsp:cNvSpPr/>
      </dsp:nvSpPr>
      <dsp:spPr>
        <a:xfrm>
          <a:off x="6915149"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09688E-DBC4-43A6-BF06-385BADD3E0CD}">
      <dsp:nvSpPr>
        <dsp:cNvPr id="0" name=""/>
        <dsp:cNvSpPr/>
      </dsp:nvSpPr>
      <dsp:spPr>
        <a:xfrm>
          <a:off x="722947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PK" sz="2800" b="0" i="0" kern="1200" baseline="0"/>
            <a:t>Example: “Your package is on hold, click here”</a:t>
          </a:r>
          <a:endParaRPr lang="en-US" sz="2800" kern="1200"/>
        </a:p>
      </dsp:txBody>
      <dsp:txXfrm>
        <a:off x="7282089" y="1196774"/>
        <a:ext cx="2723696" cy="16911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3AAB7-DACB-4E2C-BA27-D2C1E5985625}">
      <dsp:nvSpPr>
        <dsp:cNvPr id="0" name=""/>
        <dsp:cNvSpPr/>
      </dsp:nvSpPr>
      <dsp:spPr>
        <a:xfrm>
          <a:off x="0"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9CFF53-91A9-4216-9527-483785ADCE5B}">
      <dsp:nvSpPr>
        <dsp:cNvPr id="0" name=""/>
        <dsp:cNvSpPr/>
      </dsp:nvSpPr>
      <dsp:spPr>
        <a:xfrm>
          <a:off x="31432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PK" sz="3000" b="0" i="0" kern="1200" baseline="0" dirty="0"/>
            <a:t>COVID-19 and health-related scams</a:t>
          </a:r>
          <a:endParaRPr lang="en-US" sz="3000" b="0" i="0" kern="1200" baseline="0" dirty="0"/>
        </a:p>
      </dsp:txBody>
      <dsp:txXfrm>
        <a:off x="366939" y="1196774"/>
        <a:ext cx="2723696" cy="1691139"/>
      </dsp:txXfrm>
    </dsp:sp>
    <dsp:sp modelId="{493941BA-6990-4DF8-9A77-B68AFDFA1C7D}">
      <dsp:nvSpPr>
        <dsp:cNvPr id="0" name=""/>
        <dsp:cNvSpPr/>
      </dsp:nvSpPr>
      <dsp:spPr>
        <a:xfrm>
          <a:off x="3457574"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6FA8BC-C3C2-40B9-8154-CD68D8BDA18E}">
      <dsp:nvSpPr>
        <dsp:cNvPr id="0" name=""/>
        <dsp:cNvSpPr/>
      </dsp:nvSpPr>
      <dsp:spPr>
        <a:xfrm>
          <a:off x="3771900"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PK" sz="3000" b="0" i="0" kern="1200" baseline="0"/>
            <a:t>Fake cryptocurrency offers</a:t>
          </a:r>
          <a:endParaRPr lang="en-US" sz="3000" kern="1200"/>
        </a:p>
      </dsp:txBody>
      <dsp:txXfrm>
        <a:off x="3824514" y="1196774"/>
        <a:ext cx="2723696" cy="1691139"/>
      </dsp:txXfrm>
    </dsp:sp>
    <dsp:sp modelId="{7264FE2E-C2E9-4087-B93D-06ED40FEDA7F}">
      <dsp:nvSpPr>
        <dsp:cNvPr id="0" name=""/>
        <dsp:cNvSpPr/>
      </dsp:nvSpPr>
      <dsp:spPr>
        <a:xfrm>
          <a:off x="6915149"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AFDE22-7095-4CF3-8B59-AC49620F6D8C}">
      <dsp:nvSpPr>
        <dsp:cNvPr id="0" name=""/>
        <dsp:cNvSpPr/>
      </dsp:nvSpPr>
      <dsp:spPr>
        <a:xfrm>
          <a:off x="722947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PK" sz="3000" b="0" i="0" kern="1200" baseline="0"/>
            <a:t>Business email compromise (BEC)</a:t>
          </a:r>
          <a:endParaRPr lang="en-US" sz="3000" kern="1200"/>
        </a:p>
      </dsp:txBody>
      <dsp:txXfrm>
        <a:off x="7282089" y="1196774"/>
        <a:ext cx="2723696" cy="169113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4215793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1082734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PK"/>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3935824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PK"/>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153112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PK"/>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2348532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PK"/>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3890256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1D299AD6-6BB4-4A90-94D0-6C37BD55BFCB}" type="datetimeFigureOut">
              <a:rPr lang="en-PK" smtClean="0"/>
              <a:t>16/01/2026</a:t>
            </a:fld>
            <a:endParaRPr lang="en-PK"/>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202602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1D299AD6-6BB4-4A90-94D0-6C37BD55BFCB}" type="datetimeFigureOut">
              <a:rPr lang="en-PK" smtClean="0"/>
              <a:t>16/01/2026</a:t>
            </a:fld>
            <a:endParaRPr lang="en-PK"/>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1D5B99-4BEF-4EBC-B63B-F4F66879F5BA}" type="slidenum">
              <a:rPr lang="en-PK" smtClean="0"/>
              <a:t>‹#›</a:t>
            </a:fld>
            <a:endParaRPr lang="en-PK"/>
          </a:p>
        </p:txBody>
      </p:sp>
    </p:spTree>
    <p:extLst>
      <p:ext uri="{BB962C8B-B14F-4D97-AF65-F5344CB8AC3E}">
        <p14:creationId xmlns:p14="http://schemas.microsoft.com/office/powerpoint/2010/main" val="2419439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D299AD6-6BB4-4A90-94D0-6C37BD55BFCB}" type="datetimeFigureOut">
              <a:rPr lang="en-PK" smtClean="0"/>
              <a:t>16/01/2026</a:t>
            </a:fld>
            <a:endParaRPr lang="en-PK"/>
          </a:p>
        </p:txBody>
      </p:sp>
      <p:sp>
        <p:nvSpPr>
          <p:cNvPr id="6" name="Footer Placeholder 5"/>
          <p:cNvSpPr>
            <a:spLocks noGrp="1"/>
          </p:cNvSpPr>
          <p:nvPr>
            <p:ph type="ftr" sz="quarter" idx="11"/>
          </p:nvPr>
        </p:nvSpPr>
        <p:spPr>
          <a:xfrm>
            <a:off x="1097279" y="6446838"/>
            <a:ext cx="6818262" cy="365125"/>
          </a:xfrm>
        </p:spPr>
        <p:txBody>
          <a:bodyPr/>
          <a:lstStyle/>
          <a:p>
            <a:endParaRPr lang="en-PK"/>
          </a:p>
        </p:txBody>
      </p:sp>
      <p:sp>
        <p:nvSpPr>
          <p:cNvPr id="7" name="Slide Number Placeholder 6"/>
          <p:cNvSpPr>
            <a:spLocks noGrp="1"/>
          </p:cNvSpPr>
          <p:nvPr>
            <p:ph type="sldNum" sz="quarter" idx="12"/>
          </p:nvPr>
        </p:nvSpPr>
        <p:spPr/>
        <p:txBody>
          <a:bodyPr/>
          <a:lstStyle/>
          <a:p>
            <a:fld id="{D21D5B99-4BEF-4EBC-B63B-F4F66879F5BA}" type="slidenum">
              <a:rPr lang="en-PK" smtClean="0"/>
              <a:t>‹#›</a:t>
            </a:fld>
            <a:endParaRPr lang="en-PK"/>
          </a:p>
        </p:txBody>
      </p:sp>
    </p:spTree>
    <p:extLst>
      <p:ext uri="{BB962C8B-B14F-4D97-AF65-F5344CB8AC3E}">
        <p14:creationId xmlns:p14="http://schemas.microsoft.com/office/powerpoint/2010/main" val="2428138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1D299AD6-6BB4-4A90-94D0-6C37BD55BFCB}" type="datetimeFigureOut">
              <a:rPr lang="en-PK" smtClean="0"/>
              <a:t>16/01/2026</a:t>
            </a:fld>
            <a:endParaRPr lang="en-PK"/>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D21D5B99-4BEF-4EBC-B63B-F4F66879F5BA}" type="slidenum">
              <a:rPr lang="en-PK" smtClean="0"/>
              <a:t>‹#›</a:t>
            </a:fld>
            <a:endParaRPr lang="en-PK"/>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87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1AEEC-7CEF-338F-CD86-54AF5E1690FD}"/>
              </a:ext>
            </a:extLst>
          </p:cNvPr>
          <p:cNvSpPr>
            <a:spLocks noGrp="1"/>
          </p:cNvSpPr>
          <p:nvPr>
            <p:ph type="ctrTitle"/>
          </p:nvPr>
        </p:nvSpPr>
        <p:spPr>
          <a:xfrm>
            <a:off x="1100052" y="758952"/>
            <a:ext cx="10058400" cy="3566160"/>
          </a:xfrm>
        </p:spPr>
        <p:txBody>
          <a:bodyPr>
            <a:normAutofit/>
          </a:bodyPr>
          <a:lstStyle/>
          <a:p>
            <a:pPr algn="ctr"/>
            <a:r>
              <a:rPr lang="en-US" sz="6000" dirty="0"/>
              <a:t>Phishing Awareness Training </a:t>
            </a:r>
            <a:r>
              <a:rPr lang="en-US" sz="4000" dirty="0">
                <a:solidFill>
                  <a:schemeClr val="tx1"/>
                </a:solidFill>
              </a:rPr>
              <a:t>(Think Before, You Click)</a:t>
            </a:r>
            <a:endParaRPr lang="en-PK" sz="7200" dirty="0">
              <a:solidFill>
                <a:schemeClr val="tx1"/>
              </a:solidFill>
            </a:endParaRPr>
          </a:p>
        </p:txBody>
      </p:sp>
      <p:sp>
        <p:nvSpPr>
          <p:cNvPr id="3" name="Subtitle 2">
            <a:extLst>
              <a:ext uri="{FF2B5EF4-FFF2-40B4-BE49-F238E27FC236}">
                <a16:creationId xmlns:a16="http://schemas.microsoft.com/office/drawing/2014/main" id="{92B33699-EC08-A09C-6CF9-5BFFD1FB1073}"/>
              </a:ext>
            </a:extLst>
          </p:cNvPr>
          <p:cNvSpPr>
            <a:spLocks noGrp="1"/>
          </p:cNvSpPr>
          <p:nvPr>
            <p:ph type="subTitle" idx="1"/>
          </p:nvPr>
        </p:nvSpPr>
        <p:spPr>
          <a:xfrm>
            <a:off x="1100051" y="4849762"/>
            <a:ext cx="10058400" cy="1453066"/>
          </a:xfrm>
        </p:spPr>
        <p:txBody>
          <a:bodyPr>
            <a:normAutofit/>
          </a:bodyPr>
          <a:lstStyle/>
          <a:p>
            <a:r>
              <a:rPr lang="en-US" b="1" dirty="0"/>
              <a:t>Intern Name</a:t>
            </a:r>
            <a:r>
              <a:rPr lang="en-US" dirty="0"/>
              <a:t>: Ayan Shahid</a:t>
            </a:r>
          </a:p>
          <a:p>
            <a:r>
              <a:rPr lang="en-US" b="1" dirty="0"/>
              <a:t>Email: </a:t>
            </a:r>
            <a:r>
              <a:rPr lang="en-US" cap="none" dirty="0"/>
              <a:t>ayanshahid0295@gmail.com </a:t>
            </a:r>
          </a:p>
        </p:txBody>
      </p:sp>
      <p:pic>
        <p:nvPicPr>
          <p:cNvPr id="5" name="Picture 4">
            <a:extLst>
              <a:ext uri="{FF2B5EF4-FFF2-40B4-BE49-F238E27FC236}">
                <a16:creationId xmlns:a16="http://schemas.microsoft.com/office/drawing/2014/main" id="{17DB5856-A3CB-895A-E682-A883D96BC6DF}"/>
              </a:ext>
            </a:extLst>
          </p:cNvPr>
          <p:cNvPicPr>
            <a:picLocks noChangeAspect="1"/>
          </p:cNvPicPr>
          <p:nvPr/>
        </p:nvPicPr>
        <p:blipFill>
          <a:blip r:embed="rId2"/>
          <a:srcRect l="3952" r="1"/>
          <a:stretch>
            <a:fillRect/>
          </a:stretch>
        </p:blipFill>
        <p:spPr>
          <a:xfrm>
            <a:off x="4844142" y="234302"/>
            <a:ext cx="2380815" cy="1671091"/>
          </a:xfrm>
          <a:prstGeom prst="rect">
            <a:avLst/>
          </a:prstGeom>
        </p:spPr>
      </p:pic>
    </p:spTree>
    <p:extLst>
      <p:ext uri="{BB962C8B-B14F-4D97-AF65-F5344CB8AC3E}">
        <p14:creationId xmlns:p14="http://schemas.microsoft.com/office/powerpoint/2010/main" val="24896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45736-6C4F-71E0-ABCA-AA8E4AAC1CE8}"/>
              </a:ext>
            </a:extLst>
          </p:cNvPr>
          <p:cNvSpPr>
            <a:spLocks noGrp="1"/>
          </p:cNvSpPr>
          <p:nvPr>
            <p:ph type="title"/>
          </p:nvPr>
        </p:nvSpPr>
        <p:spPr>
          <a:xfrm>
            <a:off x="1097280" y="373400"/>
            <a:ext cx="10058400" cy="1450757"/>
          </a:xfrm>
        </p:spPr>
        <p:txBody>
          <a:bodyPr/>
          <a:lstStyle/>
          <a:p>
            <a:r>
              <a:rPr lang="en-US" dirty="0"/>
              <a:t>What is Phishing?</a:t>
            </a:r>
            <a:endParaRPr lang="en-PK" dirty="0"/>
          </a:p>
        </p:txBody>
      </p:sp>
      <p:sp>
        <p:nvSpPr>
          <p:cNvPr id="3" name="Content Placeholder 2">
            <a:extLst>
              <a:ext uri="{FF2B5EF4-FFF2-40B4-BE49-F238E27FC236}">
                <a16:creationId xmlns:a16="http://schemas.microsoft.com/office/drawing/2014/main" id="{4B7DFF0C-C004-507C-18DD-F1B934800455}"/>
              </a:ext>
            </a:extLst>
          </p:cNvPr>
          <p:cNvSpPr>
            <a:spLocks noGrp="1"/>
          </p:cNvSpPr>
          <p:nvPr>
            <p:ph idx="1"/>
          </p:nvPr>
        </p:nvSpPr>
        <p:spPr>
          <a:xfrm>
            <a:off x="1227908" y="2097315"/>
            <a:ext cx="10419805" cy="3760891"/>
          </a:xfrm>
        </p:spPr>
        <p:txBody>
          <a:bodyPr/>
          <a:lstStyle/>
          <a:p>
            <a:pPr>
              <a:buClr>
                <a:schemeClr val="tx1"/>
              </a:buClr>
              <a:buFont typeface="Wingdings" panose="05000000000000000000" pitchFamily="2" charset="2"/>
              <a:buChar char="q"/>
            </a:pPr>
            <a:r>
              <a:rPr lang="en-US" sz="2000" dirty="0"/>
              <a:t> Phishing is a cyber attack where attackers trick users into revealing sensitive information.</a:t>
            </a:r>
          </a:p>
          <a:p>
            <a:pPr>
              <a:buClr>
                <a:schemeClr val="tx1"/>
              </a:buClr>
              <a:buFont typeface="Wingdings" panose="05000000000000000000" pitchFamily="2" charset="2"/>
              <a:buChar char="q"/>
            </a:pPr>
            <a:r>
              <a:rPr lang="en-US" sz="2000" dirty="0"/>
              <a:t> </a:t>
            </a:r>
            <a:r>
              <a:rPr lang="en-US" sz="2000" b="1" dirty="0"/>
              <a:t>Common targets: </a:t>
            </a:r>
            <a:r>
              <a:rPr lang="en-US" sz="2000" dirty="0"/>
              <a:t>usernames, passwords, credit card info.</a:t>
            </a:r>
          </a:p>
          <a:p>
            <a:pPr>
              <a:buClr>
                <a:schemeClr val="tx1"/>
              </a:buClr>
              <a:buFont typeface="Wingdings" panose="05000000000000000000" pitchFamily="2" charset="2"/>
              <a:buChar char="q"/>
            </a:pPr>
            <a:r>
              <a:rPr lang="en-US" sz="2000" dirty="0"/>
              <a:t> Attackers send emails that appear to come from legitimate sources (banks, colleagues, etc.)</a:t>
            </a:r>
          </a:p>
          <a:p>
            <a:pPr>
              <a:buClr>
                <a:schemeClr val="tx1"/>
              </a:buClr>
              <a:buFont typeface="Wingdings" panose="05000000000000000000" pitchFamily="2" charset="2"/>
              <a:buChar char="q"/>
            </a:pPr>
            <a:r>
              <a:rPr lang="en-US" sz="2000" dirty="0"/>
              <a:t> Victims are prompted to click malicious links or download harmful attachments.</a:t>
            </a:r>
          </a:p>
          <a:p>
            <a:endParaRPr lang="en-PK" dirty="0"/>
          </a:p>
        </p:txBody>
      </p:sp>
      <p:pic>
        <p:nvPicPr>
          <p:cNvPr id="17416" name="Picture 8" descr="What is Spear Phishing? 6 Proven Prevention Tips - VIPRE">
            <a:extLst>
              <a:ext uri="{FF2B5EF4-FFF2-40B4-BE49-F238E27FC236}">
                <a16:creationId xmlns:a16="http://schemas.microsoft.com/office/drawing/2014/main" id="{CE4F29D7-CD59-539B-3452-86481BE688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22" b="8702"/>
          <a:stretch>
            <a:fillRect/>
          </a:stretch>
        </p:blipFill>
        <p:spPr bwMode="auto">
          <a:xfrm>
            <a:off x="7935686" y="4082142"/>
            <a:ext cx="3601131" cy="217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518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BDBE5C-BBE9-4E89-BEE5-DEB6EAB87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41ECE-BFF6-D259-EB2E-EFC8893445E1}"/>
              </a:ext>
            </a:extLst>
          </p:cNvPr>
          <p:cNvSpPr>
            <a:spLocks noGrp="1"/>
          </p:cNvSpPr>
          <p:nvPr>
            <p:ph type="title"/>
          </p:nvPr>
        </p:nvSpPr>
        <p:spPr>
          <a:xfrm>
            <a:off x="643467" y="634946"/>
            <a:ext cx="3689094" cy="5055904"/>
          </a:xfrm>
        </p:spPr>
        <p:txBody>
          <a:bodyPr anchor="ctr">
            <a:normAutofit/>
          </a:bodyPr>
          <a:lstStyle/>
          <a:p>
            <a:pPr algn="ctr"/>
            <a:r>
              <a:rPr lang="en-US" dirty="0"/>
              <a:t>Common Types of Phishing Attacks</a:t>
            </a:r>
            <a:endParaRPr lang="en-PK" dirty="0"/>
          </a:p>
        </p:txBody>
      </p:sp>
      <p:cxnSp>
        <p:nvCxnSpPr>
          <p:cNvPr id="12" name="Straight Connector 11">
            <a:extLst>
              <a:ext uri="{FF2B5EF4-FFF2-40B4-BE49-F238E27FC236}">
                <a16:creationId xmlns:a16="http://schemas.microsoft.com/office/drawing/2014/main" id="{2752F38C-F560-47AA-90AD-209F39C04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91298"/>
            <a:ext cx="0" cy="27432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FC4168B-AA75-4715-9B96-CF84B170A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6" name="Rectangle 1">
            <a:extLst>
              <a:ext uri="{FF2B5EF4-FFF2-40B4-BE49-F238E27FC236}">
                <a16:creationId xmlns:a16="http://schemas.microsoft.com/office/drawing/2014/main" id="{0BD5BB29-2D70-58F2-CF92-7F35EB932F3A}"/>
              </a:ext>
            </a:extLst>
          </p:cNvPr>
          <p:cNvGraphicFramePr>
            <a:graphicFrameLocks noGrp="1"/>
          </p:cNvGraphicFramePr>
          <p:nvPr>
            <p:ph idx="1"/>
            <p:extLst>
              <p:ext uri="{D42A27DB-BD31-4B8C-83A1-F6EECF244321}">
                <p14:modId xmlns:p14="http://schemas.microsoft.com/office/powerpoint/2010/main" val="2860849489"/>
              </p:ext>
            </p:extLst>
          </p:nvPr>
        </p:nvGraphicFramePr>
        <p:xfrm>
          <a:off x="4976031" y="634947"/>
          <a:ext cx="6582555" cy="5121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4637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FEBD0D2-AA2A-4936-A509-D629383EF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242668-EA94-8105-0967-A7DCA2730B18}"/>
              </a:ext>
            </a:extLst>
          </p:cNvPr>
          <p:cNvSpPr>
            <a:spLocks noGrp="1"/>
          </p:cNvSpPr>
          <p:nvPr>
            <p:ph type="title"/>
          </p:nvPr>
        </p:nvSpPr>
        <p:spPr>
          <a:xfrm>
            <a:off x="8177212" y="634946"/>
            <a:ext cx="3372529" cy="5055904"/>
          </a:xfrm>
        </p:spPr>
        <p:txBody>
          <a:bodyPr anchor="ctr">
            <a:normAutofit/>
          </a:bodyPr>
          <a:lstStyle/>
          <a:p>
            <a:pPr algn="ctr"/>
            <a:r>
              <a:rPr lang="en-US" sz="4300" dirty="0"/>
              <a:t>Recognizing Email Phishing</a:t>
            </a:r>
            <a:endParaRPr lang="en-PK" sz="4300" dirty="0"/>
          </a:p>
        </p:txBody>
      </p:sp>
      <p:cxnSp>
        <p:nvCxnSpPr>
          <p:cNvPr id="21" name="Straight Connector 20">
            <a:extLst>
              <a:ext uri="{FF2B5EF4-FFF2-40B4-BE49-F238E27FC236}">
                <a16:creationId xmlns:a16="http://schemas.microsoft.com/office/drawing/2014/main" id="{2752F38C-F560-47AA-90AD-209F39C04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6506110-E6E1-4309-83FA-C6B068FA3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6" name="Rectangle 1">
            <a:extLst>
              <a:ext uri="{FF2B5EF4-FFF2-40B4-BE49-F238E27FC236}">
                <a16:creationId xmlns:a16="http://schemas.microsoft.com/office/drawing/2014/main" id="{E68248E8-7F91-D17F-BA46-E9B09AFDF1D6}"/>
              </a:ext>
            </a:extLst>
          </p:cNvPr>
          <p:cNvGraphicFramePr>
            <a:graphicFrameLocks noGrp="1"/>
          </p:cNvGraphicFramePr>
          <p:nvPr>
            <p:ph idx="1"/>
            <p:extLst>
              <p:ext uri="{D42A27DB-BD31-4B8C-83A1-F6EECF244321}">
                <p14:modId xmlns:p14="http://schemas.microsoft.com/office/powerpoint/2010/main" val="2604121777"/>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5196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90A42-2DC1-81AA-015E-3D0E626E7B8A}"/>
              </a:ext>
            </a:extLst>
          </p:cNvPr>
          <p:cNvSpPr>
            <a:spLocks noGrp="1"/>
          </p:cNvSpPr>
          <p:nvPr>
            <p:ph type="title"/>
          </p:nvPr>
        </p:nvSpPr>
        <p:spPr>
          <a:xfrm>
            <a:off x="1097280" y="286603"/>
            <a:ext cx="10058400" cy="1450757"/>
          </a:xfrm>
        </p:spPr>
        <p:txBody>
          <a:bodyPr>
            <a:normAutofit/>
          </a:bodyPr>
          <a:lstStyle/>
          <a:p>
            <a:r>
              <a:rPr lang="en-US" dirty="0"/>
              <a:t>What is Spear Phishing?</a:t>
            </a:r>
            <a:endParaRPr lang="en-PK" dirty="0"/>
          </a:p>
        </p:txBody>
      </p:sp>
      <p:cxnSp>
        <p:nvCxnSpPr>
          <p:cNvPr id="3082" name="Straight Connector 308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A0752186-651F-8F1B-13A3-D9F87E9A13A4}"/>
              </a:ext>
            </a:extLst>
          </p:cNvPr>
          <p:cNvSpPr>
            <a:spLocks noGrp="1" noChangeArrowheads="1"/>
          </p:cNvSpPr>
          <p:nvPr>
            <p:ph idx="1"/>
          </p:nvPr>
        </p:nvSpPr>
        <p:spPr bwMode="auto">
          <a:xfrm>
            <a:off x="1097280" y="2108201"/>
            <a:ext cx="10058400" cy="376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algn="just" eaLnBrk="0" fontAlgn="base" hangingPunct="0">
              <a:spcBef>
                <a:spcPct val="0"/>
              </a:spcBef>
              <a:spcAft>
                <a:spcPts val="600"/>
              </a:spcAft>
              <a:buClrTx/>
              <a:buSzTx/>
              <a:buNone/>
            </a:pPr>
            <a:r>
              <a:rPr lang="en-US" sz="2200" dirty="0"/>
              <a:t>A targeted attack where hackers create personalized emails that look real, tricking victims into sharing passwords, financial info, or installing malware, often by impersonating trusted people.</a:t>
            </a:r>
            <a:endParaRPr kumimoji="0" lang="en-PK" altLang="en-PK" sz="2200" i="0" u="none" strike="noStrike" cap="none" normalizeH="0" baseline="0" dirty="0">
              <a:ln>
                <a:noFill/>
              </a:ln>
              <a:effectLst/>
            </a:endParaRPr>
          </a:p>
        </p:txBody>
      </p:sp>
      <p:pic>
        <p:nvPicPr>
          <p:cNvPr id="3075" name="Picture 3" descr="Spear Phishing: Don't Become Lunch for Hackers. | Le VPN">
            <a:extLst>
              <a:ext uri="{FF2B5EF4-FFF2-40B4-BE49-F238E27FC236}">
                <a16:creationId xmlns:a16="http://schemas.microsoft.com/office/drawing/2014/main" id="{E6B85579-B51E-37CA-CF26-F649CE279A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845" y="3202300"/>
            <a:ext cx="4850658" cy="2534468"/>
          </a:xfrm>
          <a:prstGeom prst="rect">
            <a:avLst/>
          </a:prstGeom>
          <a:noFill/>
          <a:extLst>
            <a:ext uri="{909E8E84-426E-40DD-AFC4-6F175D3DCCD1}">
              <a14:hiddenFill xmlns:a14="http://schemas.microsoft.com/office/drawing/2010/main">
                <a:solidFill>
                  <a:srgbClr val="FFFFFF"/>
                </a:solidFill>
              </a14:hiddenFill>
            </a:ext>
          </a:extLst>
        </p:spPr>
      </p:pic>
      <p:sp>
        <p:nvSpPr>
          <p:cNvPr id="3084" name="Rectangle 3083">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849510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FEBD0D2-AA2A-4936-A509-D629383EF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E40B34-BB6D-EC5D-90D8-D6A2741B1126}"/>
              </a:ext>
            </a:extLst>
          </p:cNvPr>
          <p:cNvSpPr>
            <a:spLocks noGrp="1"/>
          </p:cNvSpPr>
          <p:nvPr>
            <p:ph type="title"/>
          </p:nvPr>
        </p:nvSpPr>
        <p:spPr>
          <a:xfrm>
            <a:off x="8177212" y="634946"/>
            <a:ext cx="3372529" cy="5055904"/>
          </a:xfrm>
        </p:spPr>
        <p:txBody>
          <a:bodyPr anchor="ctr">
            <a:normAutofit/>
          </a:bodyPr>
          <a:lstStyle/>
          <a:p>
            <a:pPr algn="ctr"/>
            <a:r>
              <a:rPr lang="en-US" dirty="0"/>
              <a:t>Whaling (targeting executives)</a:t>
            </a:r>
            <a:endParaRPr lang="en-PK" dirty="0"/>
          </a:p>
        </p:txBody>
      </p:sp>
      <p:cxnSp>
        <p:nvCxnSpPr>
          <p:cNvPr id="21" name="Straight Connector 20">
            <a:extLst>
              <a:ext uri="{FF2B5EF4-FFF2-40B4-BE49-F238E27FC236}">
                <a16:creationId xmlns:a16="http://schemas.microsoft.com/office/drawing/2014/main" id="{2752F38C-F560-47AA-90AD-209F39C04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6506110-E6E1-4309-83FA-C6B068FA3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6" name="Rectangle 1">
            <a:extLst>
              <a:ext uri="{FF2B5EF4-FFF2-40B4-BE49-F238E27FC236}">
                <a16:creationId xmlns:a16="http://schemas.microsoft.com/office/drawing/2014/main" id="{1CE8C70A-405A-3910-9133-B0FB9EC83895}"/>
              </a:ext>
            </a:extLst>
          </p:cNvPr>
          <p:cNvGraphicFramePr>
            <a:graphicFrameLocks noGrp="1"/>
          </p:cNvGraphicFramePr>
          <p:nvPr>
            <p:ph idx="1"/>
            <p:extLst>
              <p:ext uri="{D42A27DB-BD31-4B8C-83A1-F6EECF244321}">
                <p14:modId xmlns:p14="http://schemas.microsoft.com/office/powerpoint/2010/main" val="3105474291"/>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83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F0A37D-2337-4AAF-98B0-7E4E9B98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AF8777-99B4-DB65-FE81-3B9063C89C89}"/>
              </a:ext>
            </a:extLst>
          </p:cNvPr>
          <p:cNvSpPr>
            <a:spLocks noGrp="1"/>
          </p:cNvSpPr>
          <p:nvPr>
            <p:ph type="title"/>
          </p:nvPr>
        </p:nvSpPr>
        <p:spPr>
          <a:xfrm>
            <a:off x="1097280" y="286603"/>
            <a:ext cx="10058400" cy="1450757"/>
          </a:xfrm>
        </p:spPr>
        <p:txBody>
          <a:bodyPr>
            <a:normAutofit/>
          </a:bodyPr>
          <a:lstStyle/>
          <a:p>
            <a:r>
              <a:rPr lang="en-US" dirty="0"/>
              <a:t>SMS Phishing (Smishing)</a:t>
            </a:r>
            <a:endParaRPr lang="en-PK" dirty="0"/>
          </a:p>
        </p:txBody>
      </p:sp>
      <p:cxnSp>
        <p:nvCxnSpPr>
          <p:cNvPr id="12" name="Straight Connector 11">
            <a:extLst>
              <a:ext uri="{FF2B5EF4-FFF2-40B4-BE49-F238E27FC236}">
                <a16:creationId xmlns:a16="http://schemas.microsoft.com/office/drawing/2014/main" id="{F15CCCF0-E573-463A-9760-1FDC0B2CFB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7234D70-FB65-4E99-985E-64D21967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6" name="Rectangle 1">
            <a:extLst>
              <a:ext uri="{FF2B5EF4-FFF2-40B4-BE49-F238E27FC236}">
                <a16:creationId xmlns:a16="http://schemas.microsoft.com/office/drawing/2014/main" id="{2DFD4541-F4EE-07C3-C79C-E95E66C282A9}"/>
              </a:ext>
            </a:extLst>
          </p:cNvPr>
          <p:cNvGraphicFramePr>
            <a:graphicFrameLocks noGrp="1"/>
          </p:cNvGraphicFramePr>
          <p:nvPr>
            <p:ph idx="1"/>
            <p:extLst>
              <p:ext uri="{D42A27DB-BD31-4B8C-83A1-F6EECF244321}">
                <p14:modId xmlns:p14="http://schemas.microsoft.com/office/powerpoint/2010/main" val="299702158"/>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9945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5" name="Rectangle 616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166" name="Rectangle 6165">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3A4A5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8330E8A3-73D4-8019-AA37-F09B20F9C8C7}"/>
              </a:ext>
            </a:extLst>
          </p:cNvPr>
          <p:cNvSpPr>
            <a:spLocks noGrp="1"/>
          </p:cNvSpPr>
          <p:nvPr>
            <p:ph type="title"/>
          </p:nvPr>
        </p:nvSpPr>
        <p:spPr>
          <a:xfrm>
            <a:off x="492370" y="516836"/>
            <a:ext cx="3084844" cy="1961086"/>
          </a:xfrm>
        </p:spPr>
        <p:txBody>
          <a:bodyPr>
            <a:normAutofit/>
          </a:bodyPr>
          <a:lstStyle/>
          <a:p>
            <a:pPr algn="ctr"/>
            <a:r>
              <a:rPr lang="en-US" sz="4000" dirty="0">
                <a:solidFill>
                  <a:srgbClr val="FFFFFF"/>
                </a:solidFill>
              </a:rPr>
              <a:t>Voice Phishing (Vishing)</a:t>
            </a:r>
            <a:endParaRPr lang="en-PK" sz="4000" dirty="0">
              <a:solidFill>
                <a:srgbClr val="FFFFFF"/>
              </a:solidFill>
            </a:endParaRPr>
          </a:p>
        </p:txBody>
      </p:sp>
      <p:cxnSp>
        <p:nvCxnSpPr>
          <p:cNvPr id="6167" name="Straight Connector 6166">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A27E8B2E-240B-B042-0278-8A2AD9C8E1DD}"/>
              </a:ext>
            </a:extLst>
          </p:cNvPr>
          <p:cNvSpPr>
            <a:spLocks noGrp="1" noChangeArrowheads="1"/>
          </p:cNvSpPr>
          <p:nvPr>
            <p:ph idx="1"/>
          </p:nvPr>
        </p:nvSpPr>
        <p:spPr bwMode="auto">
          <a:xfrm>
            <a:off x="571752" y="2799654"/>
            <a:ext cx="3005462" cy="31896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solidFill>
                  <a:srgbClr val="FFFFFF"/>
                </a:solidFill>
                <a:effectLst/>
                <a:latin typeface="Franklin Gothic Book (Body)"/>
              </a:rPr>
              <a:t> </a:t>
            </a:r>
            <a:r>
              <a:rPr kumimoji="0" lang="en-PK" altLang="en-PK" sz="2200" b="0" i="0" u="none" strike="noStrike" cap="none" normalizeH="0" baseline="0" dirty="0">
                <a:ln>
                  <a:noFill/>
                </a:ln>
                <a:solidFill>
                  <a:srgbClr val="FFFFFF"/>
                </a:solidFill>
                <a:effectLst/>
                <a:latin typeface="Franklin Gothic Book (Body)"/>
              </a:rPr>
              <a:t>Caller pretends to be a bank or IT support</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solidFill>
                  <a:srgbClr val="FFFFFF"/>
                </a:solidFill>
                <a:effectLst/>
                <a:latin typeface="Franklin Gothic Book (Body)"/>
              </a:rPr>
              <a:t> </a:t>
            </a:r>
            <a:r>
              <a:rPr kumimoji="0" lang="en-PK" altLang="en-PK" sz="2200" b="0" i="0" u="none" strike="noStrike" cap="none" normalizeH="0" baseline="0" dirty="0">
                <a:ln>
                  <a:noFill/>
                </a:ln>
                <a:solidFill>
                  <a:srgbClr val="FFFFFF"/>
                </a:solidFill>
                <a:effectLst/>
                <a:latin typeface="Franklin Gothic Book (Body)"/>
              </a:rPr>
              <a:t>Asks for passwords or OTPs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solidFill>
                  <a:srgbClr val="FFFFFF"/>
                </a:solidFill>
                <a:effectLst/>
                <a:latin typeface="Franklin Gothic Book (Body)"/>
              </a:rPr>
              <a:t> </a:t>
            </a:r>
            <a:r>
              <a:rPr kumimoji="0" lang="en-PK" altLang="en-PK" sz="2200" b="0" i="0" u="none" strike="noStrike" cap="none" normalizeH="0" baseline="0" dirty="0">
                <a:ln>
                  <a:noFill/>
                </a:ln>
                <a:solidFill>
                  <a:srgbClr val="FFFFFF"/>
                </a:solidFill>
                <a:effectLst/>
                <a:latin typeface="Franklin Gothic Book (Body)"/>
              </a:rPr>
              <a:t>Example: “We noticed suspicious activity on your account”</a:t>
            </a:r>
          </a:p>
        </p:txBody>
      </p:sp>
      <p:pic>
        <p:nvPicPr>
          <p:cNvPr id="6149" name="Picture 5" descr="Stackfield Security Academy: Risks through cyber attacks">
            <a:extLst>
              <a:ext uri="{FF2B5EF4-FFF2-40B4-BE49-F238E27FC236}">
                <a16:creationId xmlns:a16="http://schemas.microsoft.com/office/drawing/2014/main" id="{0077FCA1-CF08-6DF3-9C4F-FBA23A6665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46620" y="1099457"/>
            <a:ext cx="7316910" cy="4350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421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6D64-D3F4-685F-CD8C-11BB4571139D}"/>
              </a:ext>
            </a:extLst>
          </p:cNvPr>
          <p:cNvSpPr>
            <a:spLocks noGrp="1"/>
          </p:cNvSpPr>
          <p:nvPr>
            <p:ph type="title"/>
          </p:nvPr>
        </p:nvSpPr>
        <p:spPr>
          <a:xfrm>
            <a:off x="1173480" y="417232"/>
            <a:ext cx="10058400" cy="1450757"/>
          </a:xfrm>
        </p:spPr>
        <p:txBody>
          <a:bodyPr/>
          <a:lstStyle/>
          <a:p>
            <a:r>
              <a:rPr lang="en-US" dirty="0"/>
              <a:t>Social Engineering</a:t>
            </a:r>
            <a:endParaRPr lang="en-PK" dirty="0"/>
          </a:p>
        </p:txBody>
      </p:sp>
      <p:sp>
        <p:nvSpPr>
          <p:cNvPr id="3" name="Content Placeholder 2">
            <a:extLst>
              <a:ext uri="{FF2B5EF4-FFF2-40B4-BE49-F238E27FC236}">
                <a16:creationId xmlns:a16="http://schemas.microsoft.com/office/drawing/2014/main" id="{D51B5F05-CB98-69E8-348C-4AA91F7C0ECE}"/>
              </a:ext>
            </a:extLst>
          </p:cNvPr>
          <p:cNvSpPr>
            <a:spLocks noGrp="1"/>
          </p:cNvSpPr>
          <p:nvPr>
            <p:ph idx="1"/>
          </p:nvPr>
        </p:nvSpPr>
        <p:spPr>
          <a:xfrm>
            <a:off x="1097280" y="2108201"/>
            <a:ext cx="6969034" cy="3760891"/>
          </a:xfrm>
        </p:spPr>
        <p:txBody>
          <a:bodyPr>
            <a:normAutofit/>
          </a:bodyPr>
          <a:lstStyle/>
          <a:p>
            <a:pPr algn="just">
              <a:lnSpc>
                <a:spcPct val="150000"/>
              </a:lnSpc>
            </a:pPr>
            <a:r>
              <a:rPr lang="en-US" sz="2200" dirty="0"/>
              <a:t>Social engineering is manipulating people psychologically to trick them into giving up confidential information, granting unauthorized access, or performing actions that compromise security, relying on human behavior rather than technical hacking.</a:t>
            </a:r>
            <a:endParaRPr lang="en-PK" sz="2200" dirty="0"/>
          </a:p>
        </p:txBody>
      </p:sp>
      <p:pic>
        <p:nvPicPr>
          <p:cNvPr id="19458" name="Picture 2" descr="What is social engineering and why healthcare is vulnerable">
            <a:extLst>
              <a:ext uri="{FF2B5EF4-FFF2-40B4-BE49-F238E27FC236}">
                <a16:creationId xmlns:a16="http://schemas.microsoft.com/office/drawing/2014/main" id="{B268B416-6566-1DBD-E166-A3265A493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887" y="2282909"/>
            <a:ext cx="3312228" cy="2485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964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12D-7BCB-4447-5840-C660B8EFC14B}"/>
              </a:ext>
            </a:extLst>
          </p:cNvPr>
          <p:cNvSpPr>
            <a:spLocks noGrp="1"/>
          </p:cNvSpPr>
          <p:nvPr>
            <p:ph type="title"/>
          </p:nvPr>
        </p:nvSpPr>
        <p:spPr>
          <a:xfrm>
            <a:off x="1097280" y="482545"/>
            <a:ext cx="10058400" cy="1450757"/>
          </a:xfrm>
        </p:spPr>
        <p:txBody>
          <a:bodyPr/>
          <a:lstStyle/>
          <a:p>
            <a:r>
              <a:rPr lang="en-US"/>
              <a:t>How Attackers Manipulate You</a:t>
            </a:r>
            <a:endParaRPr lang="en-PK" dirty="0"/>
          </a:p>
        </p:txBody>
      </p:sp>
      <p:sp>
        <p:nvSpPr>
          <p:cNvPr id="3" name="Content Placeholder 2">
            <a:extLst>
              <a:ext uri="{FF2B5EF4-FFF2-40B4-BE49-F238E27FC236}">
                <a16:creationId xmlns:a16="http://schemas.microsoft.com/office/drawing/2014/main" id="{80C870F3-9BF5-045B-6A5F-A6DCE582B016}"/>
              </a:ext>
            </a:extLst>
          </p:cNvPr>
          <p:cNvSpPr>
            <a:spLocks noGrp="1"/>
          </p:cNvSpPr>
          <p:nvPr>
            <p:ph idx="1"/>
          </p:nvPr>
        </p:nvSpPr>
        <p:spPr/>
        <p:txBody>
          <a:bodyPr>
            <a:normAutofit/>
          </a:bodyPr>
          <a:lstStyle/>
          <a:p>
            <a:pPr marL="457200" indent="-457200">
              <a:buClr>
                <a:schemeClr val="tx1"/>
              </a:buClr>
              <a:buFont typeface="+mj-lt"/>
              <a:buAutoNum type="arabicPeriod"/>
            </a:pPr>
            <a:r>
              <a:rPr lang="en-US" sz="2400" dirty="0"/>
              <a:t>Exploiting trust, fear, curiosity</a:t>
            </a:r>
          </a:p>
          <a:p>
            <a:pPr marL="457200" indent="-457200">
              <a:buClr>
                <a:schemeClr val="tx1"/>
              </a:buClr>
              <a:buFont typeface="+mj-lt"/>
              <a:buAutoNum type="arabicPeriod"/>
            </a:pPr>
            <a:r>
              <a:rPr lang="en-US" sz="2400" b="1" dirty="0"/>
              <a:t>Common tactics: </a:t>
            </a:r>
            <a:r>
              <a:rPr lang="en-US" sz="2400" dirty="0"/>
              <a:t>urgency, authority, reward</a:t>
            </a:r>
          </a:p>
          <a:p>
            <a:pPr marL="457200" indent="-457200">
              <a:buClr>
                <a:schemeClr val="tx1"/>
              </a:buClr>
              <a:buFont typeface="+mj-lt"/>
              <a:buAutoNum type="arabicPeriod"/>
            </a:pPr>
            <a:r>
              <a:rPr lang="en-US" sz="2400" b="1" dirty="0"/>
              <a:t>Example: </a:t>
            </a:r>
            <a:r>
              <a:rPr lang="en-US" sz="2400" dirty="0"/>
              <a:t>“Click this to claim your prize!”</a:t>
            </a:r>
          </a:p>
          <a:p>
            <a:pPr marL="457200" indent="-457200">
              <a:buClr>
                <a:schemeClr val="tx1"/>
              </a:buClr>
              <a:buFont typeface="+mj-lt"/>
              <a:buAutoNum type="arabicPeriod"/>
            </a:pPr>
            <a:endParaRPr lang="en-PK" sz="2400" dirty="0"/>
          </a:p>
        </p:txBody>
      </p:sp>
    </p:spTree>
    <p:extLst>
      <p:ext uri="{BB962C8B-B14F-4D97-AF65-F5344CB8AC3E}">
        <p14:creationId xmlns:p14="http://schemas.microsoft.com/office/powerpoint/2010/main" val="3334604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CE69B-D536-567D-59AE-C68878855E5A}"/>
              </a:ext>
            </a:extLst>
          </p:cNvPr>
          <p:cNvSpPr>
            <a:spLocks noGrp="1"/>
          </p:cNvSpPr>
          <p:nvPr>
            <p:ph type="title"/>
          </p:nvPr>
        </p:nvSpPr>
        <p:spPr>
          <a:xfrm>
            <a:off x="1147812" y="445089"/>
            <a:ext cx="10058400" cy="1450757"/>
          </a:xfrm>
        </p:spPr>
        <p:txBody>
          <a:bodyPr>
            <a:normAutofit/>
          </a:bodyPr>
          <a:lstStyle/>
          <a:p>
            <a:r>
              <a:rPr lang="en-US" sz="4400" dirty="0"/>
              <a:t>Key Components of Phishing Emails</a:t>
            </a:r>
            <a:endParaRPr lang="en-PK" sz="4400" dirty="0"/>
          </a:p>
        </p:txBody>
      </p:sp>
      <p:cxnSp>
        <p:nvCxnSpPr>
          <p:cNvPr id="35" name="Straight Connector 34">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F8264D88-4BCE-6FE5-EBF0-62B436D5D222}"/>
              </a:ext>
            </a:extLst>
          </p:cNvPr>
          <p:cNvSpPr>
            <a:spLocks noGrp="1"/>
          </p:cNvSpPr>
          <p:nvPr>
            <p:ph idx="1"/>
          </p:nvPr>
        </p:nvSpPr>
        <p:spPr>
          <a:xfrm>
            <a:off x="1293222" y="2108199"/>
            <a:ext cx="6437367" cy="3760891"/>
          </a:xfrm>
        </p:spPr>
        <p:txBody>
          <a:bodyPr>
            <a:normAutofit/>
          </a:bodyPr>
          <a:lstStyle/>
          <a:p>
            <a:pPr marL="457200" indent="-457200">
              <a:buClr>
                <a:schemeClr val="tx1"/>
              </a:buClr>
              <a:buFont typeface="+mj-lt"/>
              <a:buAutoNum type="arabicPeriod"/>
            </a:pPr>
            <a:r>
              <a:rPr lang="en-US" sz="2200" dirty="0"/>
              <a:t>Fake sender address</a:t>
            </a:r>
          </a:p>
          <a:p>
            <a:pPr marL="457200" indent="-457200">
              <a:buClr>
                <a:schemeClr val="tx1"/>
              </a:buClr>
              <a:buFont typeface="+mj-lt"/>
              <a:buAutoNum type="arabicPeriod"/>
            </a:pPr>
            <a:r>
              <a:rPr lang="en-US" sz="2200" dirty="0"/>
              <a:t>Urgent message</a:t>
            </a:r>
          </a:p>
          <a:p>
            <a:pPr marL="457200" indent="-457200">
              <a:buClr>
                <a:schemeClr val="tx1"/>
              </a:buClr>
              <a:buFont typeface="+mj-lt"/>
              <a:buAutoNum type="arabicPeriod"/>
            </a:pPr>
            <a:r>
              <a:rPr lang="en-US" sz="2200" dirty="0"/>
              <a:t>Suspicious links or attachments</a:t>
            </a:r>
          </a:p>
          <a:p>
            <a:pPr marL="457200" indent="-457200">
              <a:buClr>
                <a:schemeClr val="tx1"/>
              </a:buClr>
              <a:buFont typeface="+mj-lt"/>
              <a:buAutoNum type="arabicPeriod"/>
            </a:pPr>
            <a:r>
              <a:rPr lang="en-US" sz="2200" dirty="0"/>
              <a:t>Grammar mistakes</a:t>
            </a:r>
          </a:p>
          <a:p>
            <a:pPr marL="457200" indent="-457200">
              <a:buClr>
                <a:schemeClr val="tx1"/>
              </a:buClr>
              <a:buFont typeface="+mj-lt"/>
              <a:buAutoNum type="arabicPeriod"/>
            </a:pPr>
            <a:endParaRPr lang="en-PK" sz="2200" dirty="0"/>
          </a:p>
        </p:txBody>
      </p:sp>
      <p:pic>
        <p:nvPicPr>
          <p:cNvPr id="14" name="Graphic 13" descr="Email">
            <a:extLst>
              <a:ext uri="{FF2B5EF4-FFF2-40B4-BE49-F238E27FC236}">
                <a16:creationId xmlns:a16="http://schemas.microsoft.com/office/drawing/2014/main" id="{752C2CFB-E415-90D1-5345-4BDA30D53E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9892" y="2119085"/>
            <a:ext cx="3144043" cy="3144043"/>
          </a:xfrm>
          <a:prstGeom prst="rect">
            <a:avLst/>
          </a:prstGeom>
        </p:spPr>
      </p:pic>
      <p:sp>
        <p:nvSpPr>
          <p:cNvPr id="37" name="Rectangle 36">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588901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F5580B-8314-48B9-F8C5-DB2B63BD6D51}"/>
              </a:ext>
            </a:extLst>
          </p:cNvPr>
          <p:cNvSpPr>
            <a:spLocks noGrp="1"/>
          </p:cNvSpPr>
          <p:nvPr>
            <p:ph type="title"/>
          </p:nvPr>
        </p:nvSpPr>
        <p:spPr>
          <a:xfrm>
            <a:off x="1097280" y="286603"/>
            <a:ext cx="10058400" cy="1450757"/>
          </a:xfrm>
        </p:spPr>
        <p:txBody>
          <a:bodyPr>
            <a:normAutofit/>
          </a:bodyPr>
          <a:lstStyle/>
          <a:p>
            <a:r>
              <a:rPr lang="en-US" dirty="0"/>
              <a:t>How to Identify Phishing Websites</a:t>
            </a:r>
            <a:endParaRPr lang="en-PK" dirty="0"/>
          </a:p>
        </p:txBody>
      </p:sp>
      <p:cxnSp>
        <p:nvCxnSpPr>
          <p:cNvPr id="13" name="Straight Connector 12">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252515CF-A146-4F7D-A893-9105DD5CE322}"/>
              </a:ext>
            </a:extLst>
          </p:cNvPr>
          <p:cNvSpPr>
            <a:spLocks noGrp="1" noChangeArrowheads="1"/>
          </p:cNvSpPr>
          <p:nvPr>
            <p:ph idx="1"/>
          </p:nvPr>
        </p:nvSpPr>
        <p:spPr bwMode="auto">
          <a:xfrm>
            <a:off x="1097280" y="2108201"/>
            <a:ext cx="6437367" cy="376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342900" marR="0" lvl="0" indent="-342900" defTabSz="914400" rtl="0" eaLnBrk="0" fontAlgn="base" latinLnBrk="0" hangingPunct="0">
              <a:lnSpc>
                <a:spcPct val="150000"/>
              </a:lnSpc>
              <a:spcBef>
                <a:spcPct val="0"/>
              </a:spcBef>
              <a:spcAft>
                <a:spcPts val="600"/>
              </a:spcAft>
              <a:buClrTx/>
              <a:buSzTx/>
              <a:buFont typeface="+mj-lt"/>
              <a:buAutoNum type="arabicPeriod"/>
              <a:tabLst/>
            </a:pPr>
            <a:r>
              <a:rPr kumimoji="0" lang="en-PK" altLang="en-PK" sz="2400" b="0" i="0" u="none" strike="noStrike" cap="none" normalizeH="0" baseline="0" dirty="0">
                <a:ln>
                  <a:noFill/>
                </a:ln>
                <a:effectLst/>
                <a:latin typeface="Franklin Gothic Book (Body)"/>
              </a:rPr>
              <a:t>Check URL spelling</a:t>
            </a:r>
          </a:p>
          <a:p>
            <a:pPr marL="342900" marR="0" lvl="0" indent="-342900" defTabSz="914400" rtl="0" eaLnBrk="0" fontAlgn="base" latinLnBrk="0" hangingPunct="0">
              <a:lnSpc>
                <a:spcPct val="150000"/>
              </a:lnSpc>
              <a:spcBef>
                <a:spcPct val="0"/>
              </a:spcBef>
              <a:spcAft>
                <a:spcPts val="600"/>
              </a:spcAft>
              <a:buClrTx/>
              <a:buSzTx/>
              <a:buFont typeface="+mj-lt"/>
              <a:buAutoNum type="arabicPeriod"/>
              <a:tabLst/>
            </a:pPr>
            <a:r>
              <a:rPr kumimoji="0" lang="en-PK" altLang="en-PK" sz="2400" b="0" i="0" u="none" strike="noStrike" cap="none" normalizeH="0" baseline="0" dirty="0">
                <a:ln>
                  <a:noFill/>
                </a:ln>
                <a:effectLst/>
                <a:latin typeface="Franklin Gothic Book (Body)"/>
              </a:rPr>
              <a:t>Look for HTTPS and padlock</a:t>
            </a:r>
          </a:p>
          <a:p>
            <a:pPr marL="342900" marR="0" lvl="0" indent="-342900" defTabSz="914400" rtl="0" eaLnBrk="0" fontAlgn="base" latinLnBrk="0" hangingPunct="0">
              <a:lnSpc>
                <a:spcPct val="150000"/>
              </a:lnSpc>
              <a:spcBef>
                <a:spcPct val="0"/>
              </a:spcBef>
              <a:spcAft>
                <a:spcPts val="600"/>
              </a:spcAft>
              <a:buClrTx/>
              <a:buSzTx/>
              <a:buFont typeface="+mj-lt"/>
              <a:buAutoNum type="arabicPeriod"/>
              <a:tabLst/>
            </a:pPr>
            <a:r>
              <a:rPr kumimoji="0" lang="en-PK" altLang="en-PK" sz="2400" b="0" i="0" u="none" strike="noStrike" cap="none" normalizeH="0" baseline="0" dirty="0">
                <a:ln>
                  <a:noFill/>
                </a:ln>
                <a:effectLst/>
                <a:latin typeface="Franklin Gothic Book (Body)"/>
              </a:rPr>
              <a:t>Avoid shortened URLs</a:t>
            </a:r>
          </a:p>
          <a:p>
            <a:pPr marL="342900" marR="0" lvl="0" indent="-342900" defTabSz="914400" rtl="0" eaLnBrk="0" fontAlgn="base" latinLnBrk="0" hangingPunct="0">
              <a:lnSpc>
                <a:spcPct val="150000"/>
              </a:lnSpc>
              <a:spcBef>
                <a:spcPct val="0"/>
              </a:spcBef>
              <a:spcAft>
                <a:spcPts val="600"/>
              </a:spcAft>
              <a:buClrTx/>
              <a:buSzTx/>
              <a:buFont typeface="+mj-lt"/>
              <a:buAutoNum type="arabicPeriod"/>
              <a:tabLst/>
            </a:pPr>
            <a:r>
              <a:rPr kumimoji="0" lang="en-PK" altLang="en-PK" sz="2400" b="1" i="0" u="none" strike="noStrike" cap="none" normalizeH="0" baseline="0" dirty="0">
                <a:ln>
                  <a:noFill/>
                </a:ln>
                <a:effectLst/>
                <a:latin typeface="Franklin Gothic Book (Body)"/>
              </a:rPr>
              <a:t>Example: </a:t>
            </a:r>
            <a:r>
              <a:rPr kumimoji="0" lang="en-PK" altLang="en-PK" sz="2400" b="0" i="0" u="none" strike="noStrike" cap="none" normalizeH="0" baseline="0" dirty="0">
                <a:ln>
                  <a:noFill/>
                </a:ln>
                <a:effectLst/>
                <a:latin typeface="Franklin Gothic Book (Body)"/>
              </a:rPr>
              <a:t>fake banking login page</a:t>
            </a:r>
          </a:p>
        </p:txBody>
      </p:sp>
      <p:pic>
        <p:nvPicPr>
          <p:cNvPr id="8" name="Graphic 7" descr="Phishing">
            <a:extLst>
              <a:ext uri="{FF2B5EF4-FFF2-40B4-BE49-F238E27FC236}">
                <a16:creationId xmlns:a16="http://schemas.microsoft.com/office/drawing/2014/main" id="{DBBE4748-E531-2664-9A18-7F8B5DDAA7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83434" y="1976598"/>
            <a:ext cx="3144043" cy="3144043"/>
          </a:xfrm>
          <a:prstGeom prst="rect">
            <a:avLst/>
          </a:prstGeom>
        </p:spPr>
      </p:pic>
      <p:sp>
        <p:nvSpPr>
          <p:cNvPr id="15" name="Rectangle 14">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1967328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97" name="Rectangle 20496">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33B41-EA2B-00EC-018C-BD6DBB1983E7}"/>
              </a:ext>
            </a:extLst>
          </p:cNvPr>
          <p:cNvSpPr>
            <a:spLocks noGrp="1"/>
          </p:cNvSpPr>
          <p:nvPr>
            <p:ph type="title"/>
          </p:nvPr>
        </p:nvSpPr>
        <p:spPr>
          <a:xfrm>
            <a:off x="5172074" y="286603"/>
            <a:ext cx="5983605" cy="1450757"/>
          </a:xfrm>
        </p:spPr>
        <p:txBody>
          <a:bodyPr>
            <a:normAutofit/>
          </a:bodyPr>
          <a:lstStyle/>
          <a:p>
            <a:r>
              <a:rPr lang="en-US" dirty="0"/>
              <a:t>Attachment Safety</a:t>
            </a:r>
            <a:endParaRPr lang="en-PK" dirty="0"/>
          </a:p>
        </p:txBody>
      </p:sp>
      <p:pic>
        <p:nvPicPr>
          <p:cNvPr id="20483" name="Picture 3" descr="Designing Phishing Prevention Policies | Phin Security">
            <a:extLst>
              <a:ext uri="{FF2B5EF4-FFF2-40B4-BE49-F238E27FC236}">
                <a16:creationId xmlns:a16="http://schemas.microsoft.com/office/drawing/2014/main" id="{0B867096-0B9D-BBC1-90D8-051156D9C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714" r="31509"/>
          <a:stretch>
            <a:fillRect/>
          </a:stretch>
        </p:blipFill>
        <p:spPr bwMode="auto">
          <a:xfrm>
            <a:off x="20" y="10"/>
            <a:ext cx="4580077" cy="6400784"/>
          </a:xfrm>
          <a:prstGeom prst="rect">
            <a:avLst/>
          </a:prstGeom>
          <a:noFill/>
          <a:extLst>
            <a:ext uri="{909E8E84-426E-40DD-AFC4-6F175D3DCCD1}">
              <a14:hiddenFill xmlns:a14="http://schemas.microsoft.com/office/drawing/2010/main">
                <a:solidFill>
                  <a:srgbClr val="FFFFFF"/>
                </a:solidFill>
              </a14:hiddenFill>
            </a:ext>
          </a:extLst>
        </p:spPr>
      </p:pic>
      <p:cxnSp>
        <p:nvCxnSpPr>
          <p:cNvPr id="20499" name="!!Straight Connector">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B24C85D4-354E-EB28-B04A-2F1CD811BB04}"/>
              </a:ext>
            </a:extLst>
          </p:cNvPr>
          <p:cNvSpPr>
            <a:spLocks noGrp="1" noChangeArrowheads="1"/>
          </p:cNvSpPr>
          <p:nvPr>
            <p:ph idx="1"/>
          </p:nvPr>
        </p:nvSpPr>
        <p:spPr bwMode="auto">
          <a:xfrm>
            <a:off x="5172073" y="2108201"/>
            <a:ext cx="6290583" cy="376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Arial" panose="020B0604020202020204" pitchFamily="34" charset="0"/>
              </a:rPr>
              <a:t> </a:t>
            </a:r>
            <a:r>
              <a:rPr kumimoji="0" lang="en-PK" altLang="en-PK" sz="2200" b="0" i="0" u="none" strike="noStrike" cap="none" normalizeH="0" baseline="0" dirty="0">
                <a:ln>
                  <a:noFill/>
                </a:ln>
                <a:effectLst/>
                <a:latin typeface="Arial" panose="020B0604020202020204" pitchFamily="34" charset="0"/>
              </a:rPr>
              <a:t>Avoid opening .exe, .zip, .</a:t>
            </a:r>
            <a:r>
              <a:rPr kumimoji="0" lang="en-PK" altLang="en-PK" sz="2200" b="0" i="0" u="none" strike="noStrike" cap="none" normalizeH="0" baseline="0" dirty="0" err="1">
                <a:ln>
                  <a:noFill/>
                </a:ln>
                <a:effectLst/>
                <a:latin typeface="Arial" panose="020B0604020202020204" pitchFamily="34" charset="0"/>
              </a:rPr>
              <a:t>scr</a:t>
            </a:r>
            <a:r>
              <a:rPr kumimoji="0" lang="en-PK" altLang="en-PK" sz="2200" b="0" i="0" u="none" strike="noStrike" cap="none" normalizeH="0" baseline="0" dirty="0">
                <a:ln>
                  <a:noFill/>
                </a:ln>
                <a:effectLst/>
                <a:latin typeface="Arial" panose="020B0604020202020204" pitchFamily="34" charset="0"/>
              </a:rPr>
              <a:t> files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Arial" panose="020B0604020202020204" pitchFamily="34" charset="0"/>
              </a:rPr>
              <a:t> </a:t>
            </a:r>
            <a:r>
              <a:rPr kumimoji="0" lang="en-PK" altLang="en-PK" sz="2200" b="0" i="0" u="none" strike="noStrike" cap="none" normalizeH="0" baseline="0" dirty="0">
                <a:ln>
                  <a:noFill/>
                </a:ln>
                <a:effectLst/>
                <a:latin typeface="Arial" panose="020B0604020202020204" pitchFamily="34" charset="0"/>
              </a:rPr>
              <a:t>Scan attachments with antivirus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Arial" panose="020B0604020202020204" pitchFamily="34" charset="0"/>
              </a:rPr>
              <a:t> </a:t>
            </a:r>
            <a:r>
              <a:rPr kumimoji="0" lang="en-PK" altLang="en-PK" sz="2200" b="0" i="0" u="none" strike="noStrike" cap="none" normalizeH="0" baseline="0" dirty="0">
                <a:ln>
                  <a:noFill/>
                </a:ln>
                <a:effectLst/>
                <a:latin typeface="Arial" panose="020B0604020202020204" pitchFamily="34" charset="0"/>
              </a:rPr>
              <a:t>Use sandbox environments for unknown files</a:t>
            </a:r>
          </a:p>
        </p:txBody>
      </p:sp>
      <p:sp>
        <p:nvSpPr>
          <p:cNvPr id="20501" name="Rectangle 20500">
            <a:extLst>
              <a:ext uri="{FF2B5EF4-FFF2-40B4-BE49-F238E27FC236}">
                <a16:creationId xmlns:a16="http://schemas.microsoft.com/office/drawing/2014/main" id="{C1B60310-C5C3-46A0-A452-2A0B00843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1135374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4" name="Rectangle 10253">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4E02CF-1AD8-4D96-DD4D-DE2B83B3ACED}"/>
              </a:ext>
            </a:extLst>
          </p:cNvPr>
          <p:cNvSpPr>
            <a:spLocks noGrp="1"/>
          </p:cNvSpPr>
          <p:nvPr>
            <p:ph type="title"/>
          </p:nvPr>
        </p:nvSpPr>
        <p:spPr>
          <a:xfrm>
            <a:off x="1193532" y="445089"/>
            <a:ext cx="10058400" cy="1450757"/>
          </a:xfrm>
        </p:spPr>
        <p:txBody>
          <a:bodyPr>
            <a:normAutofit/>
          </a:bodyPr>
          <a:lstStyle/>
          <a:p>
            <a:r>
              <a:rPr lang="en-US" dirty="0"/>
              <a:t>Password Protection</a:t>
            </a:r>
            <a:endParaRPr lang="en-PK" dirty="0"/>
          </a:p>
        </p:txBody>
      </p:sp>
      <p:cxnSp>
        <p:nvCxnSpPr>
          <p:cNvPr id="10255" name="Straight Connector 10254">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B578AD7D-A1A0-D57D-2EC5-31BAAE142352}"/>
              </a:ext>
            </a:extLst>
          </p:cNvPr>
          <p:cNvSpPr>
            <a:spLocks noGrp="1" noChangeArrowheads="1"/>
          </p:cNvSpPr>
          <p:nvPr>
            <p:ph idx="1"/>
          </p:nvPr>
        </p:nvSpPr>
        <p:spPr bwMode="auto">
          <a:xfrm>
            <a:off x="1097280" y="2108201"/>
            <a:ext cx="6437367" cy="376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Franklin Gothic Book (Body)"/>
              </a:rPr>
              <a:t> </a:t>
            </a:r>
            <a:r>
              <a:rPr kumimoji="0" lang="en-PK" altLang="en-PK" sz="2200" b="0" i="0" u="none" strike="noStrike" cap="none" normalizeH="0" baseline="0" dirty="0">
                <a:ln>
                  <a:noFill/>
                </a:ln>
                <a:effectLst/>
                <a:latin typeface="Franklin Gothic Book (Body)"/>
              </a:rPr>
              <a:t>Use strong, unique passwords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Franklin Gothic Book (Body)"/>
              </a:rPr>
              <a:t> </a:t>
            </a:r>
            <a:r>
              <a:rPr kumimoji="0" lang="en-PK" altLang="en-PK" sz="2200" b="0" i="0" u="none" strike="noStrike" cap="none" normalizeH="0" baseline="0" dirty="0">
                <a:ln>
                  <a:noFill/>
                </a:ln>
                <a:effectLst/>
                <a:latin typeface="Franklin Gothic Book (Body)"/>
              </a:rPr>
              <a:t>Enable multi-factor authentication (MFA)</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PK" sz="2200" b="0" i="0" u="none" strike="noStrike" cap="none" normalizeH="0" baseline="0" dirty="0">
                <a:ln>
                  <a:noFill/>
                </a:ln>
                <a:effectLst/>
                <a:latin typeface="Franklin Gothic Book (Body)"/>
              </a:rPr>
              <a:t> </a:t>
            </a:r>
            <a:r>
              <a:rPr kumimoji="0" lang="en-PK" altLang="en-PK" sz="2200" b="0" i="0" u="none" strike="noStrike" cap="none" normalizeH="0" baseline="0" dirty="0">
                <a:ln>
                  <a:noFill/>
                </a:ln>
                <a:effectLst/>
                <a:latin typeface="Franklin Gothic Book (Body)"/>
              </a:rPr>
              <a:t>Never share passwords via email or SMS</a:t>
            </a:r>
          </a:p>
        </p:txBody>
      </p:sp>
      <p:pic>
        <p:nvPicPr>
          <p:cNvPr id="10243" name="Picture 3" descr="123,800+ Password Protection Stock Illustrations, Royalty-Free Vector  Graphics &amp; Clip Art - iStock | Password protection icon">
            <a:extLst>
              <a:ext uri="{FF2B5EF4-FFF2-40B4-BE49-F238E27FC236}">
                <a16:creationId xmlns:a16="http://schemas.microsoft.com/office/drawing/2014/main" id="{6C366C64-7997-8166-6BCE-A933D401AC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29006" y="2416624"/>
            <a:ext cx="3144043" cy="3144043"/>
          </a:xfrm>
          <a:prstGeom prst="rect">
            <a:avLst/>
          </a:prstGeom>
          <a:noFill/>
          <a:extLst>
            <a:ext uri="{909E8E84-426E-40DD-AFC4-6F175D3DCCD1}">
              <a14:hiddenFill xmlns:a14="http://schemas.microsoft.com/office/drawing/2010/main">
                <a:solidFill>
                  <a:srgbClr val="FFFFFF"/>
                </a:solidFill>
              </a14:hiddenFill>
            </a:ext>
          </a:extLst>
        </p:spPr>
      </p:pic>
      <p:sp>
        <p:nvSpPr>
          <p:cNvPr id="10256" name="Rectangle 10255">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356838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ABA0D-2F7C-8F1D-5FF8-4555FDCA0B85}"/>
              </a:ext>
            </a:extLst>
          </p:cNvPr>
          <p:cNvSpPr>
            <a:spLocks noGrp="1"/>
          </p:cNvSpPr>
          <p:nvPr>
            <p:ph type="title"/>
          </p:nvPr>
        </p:nvSpPr>
        <p:spPr>
          <a:xfrm>
            <a:off x="1097280" y="471660"/>
            <a:ext cx="10354491" cy="1450757"/>
          </a:xfrm>
        </p:spPr>
        <p:txBody>
          <a:bodyPr>
            <a:normAutofit/>
          </a:bodyPr>
          <a:lstStyle/>
          <a:p>
            <a:pPr algn="ctr"/>
            <a:r>
              <a:rPr lang="en-US" sz="4000" dirty="0"/>
              <a:t>Example 1: AI-Powered Real Estate Scam (Australia, 2025)</a:t>
            </a:r>
            <a:endParaRPr lang="en-PK" sz="4000" dirty="0"/>
          </a:p>
        </p:txBody>
      </p:sp>
      <p:sp>
        <p:nvSpPr>
          <p:cNvPr id="4" name="Rectangle 1">
            <a:extLst>
              <a:ext uri="{FF2B5EF4-FFF2-40B4-BE49-F238E27FC236}">
                <a16:creationId xmlns:a16="http://schemas.microsoft.com/office/drawing/2014/main" id="{5F3FF079-FD6B-B416-1FA1-FD41F214C1CB}"/>
              </a:ext>
            </a:extLst>
          </p:cNvPr>
          <p:cNvSpPr>
            <a:spLocks noGrp="1" noChangeArrowheads="1"/>
          </p:cNvSpPr>
          <p:nvPr>
            <p:ph idx="1"/>
          </p:nvPr>
        </p:nvSpPr>
        <p:spPr bwMode="auto">
          <a:xfrm>
            <a:off x="1097280" y="2008370"/>
            <a:ext cx="10327379" cy="224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latin typeface="Franklin Gothic Book (Body)"/>
              </a:rPr>
              <a:t> </a:t>
            </a:r>
            <a:r>
              <a:rPr kumimoji="0" lang="en-PK" altLang="en-PK" sz="2400" b="0" i="0" u="none" strike="noStrike" cap="none" normalizeH="0" baseline="0" dirty="0">
                <a:ln>
                  <a:noFill/>
                </a:ln>
                <a:solidFill>
                  <a:schemeClr val="tx1"/>
                </a:solidFill>
                <a:effectLst/>
                <a:latin typeface="Franklin Gothic Book (Body)"/>
              </a:rPr>
              <a:t>Attackers pretended to be </a:t>
            </a:r>
            <a:r>
              <a:rPr kumimoji="0" lang="en-PK" altLang="en-PK" sz="2400" b="1" i="0" u="none" strike="noStrike" cap="none" normalizeH="0" baseline="0" dirty="0">
                <a:ln>
                  <a:noFill/>
                </a:ln>
                <a:solidFill>
                  <a:schemeClr val="tx1"/>
                </a:solidFill>
                <a:effectLst/>
                <a:latin typeface="Franklin Gothic Book (Body)"/>
              </a:rPr>
              <a:t>real </a:t>
            </a:r>
            <a:r>
              <a:rPr kumimoji="0" lang="en-PK" altLang="en-PK" sz="2400" b="1" i="0" u="none" strike="noStrike" cap="none" normalizeH="0" baseline="0">
                <a:ln>
                  <a:noFill/>
                </a:ln>
                <a:solidFill>
                  <a:schemeClr val="tx1"/>
                </a:solidFill>
                <a:effectLst/>
                <a:latin typeface="Franklin Gothic Book (Body)"/>
              </a:rPr>
              <a:t>estate agents</a:t>
            </a:r>
            <a:r>
              <a:rPr kumimoji="0" lang="en-PK" altLang="en-PK" sz="2400" b="0" i="0" u="none" strike="noStrike" cap="none" normalizeH="0" baseline="0">
                <a:ln>
                  <a:noFill/>
                </a:ln>
                <a:solidFill>
                  <a:schemeClr val="tx1"/>
                </a:solidFill>
                <a:effectLst/>
                <a:latin typeface="Franklin Gothic Book (Body)"/>
              </a:rPr>
              <a:t>.</a:t>
            </a:r>
            <a:endParaRPr kumimoji="0" lang="en-PK" altLang="en-PK" sz="2400" b="0" i="0" u="none" strike="noStrike" cap="none" normalizeH="0" baseline="0" dirty="0">
              <a:ln>
                <a:noFill/>
              </a:ln>
              <a:solidFill>
                <a:schemeClr val="tx1"/>
              </a:solidFill>
              <a:effectLst/>
              <a:latin typeface="Franklin Gothic Book (Body)"/>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latin typeface="Franklin Gothic Book (Body)"/>
              </a:rPr>
              <a:t> </a:t>
            </a:r>
            <a:r>
              <a:rPr kumimoji="0" lang="en-PK" altLang="en-PK" sz="2400" b="0" i="0" u="none" strike="noStrike" cap="none" normalizeH="0" baseline="0" dirty="0">
                <a:ln>
                  <a:noFill/>
                </a:ln>
                <a:solidFill>
                  <a:schemeClr val="tx1"/>
                </a:solidFill>
                <a:effectLst/>
                <a:latin typeface="Franklin Gothic Book (Body)"/>
              </a:rPr>
              <a:t>Victims were tricked into </a:t>
            </a:r>
            <a:r>
              <a:rPr kumimoji="0" lang="en-PK" altLang="en-PK" sz="2400" b="1" i="0" u="none" strike="noStrike" cap="none" normalizeH="0" baseline="0" dirty="0">
                <a:ln>
                  <a:noFill/>
                </a:ln>
                <a:solidFill>
                  <a:schemeClr val="tx1"/>
                </a:solidFill>
                <a:effectLst/>
                <a:latin typeface="Franklin Gothic Book (Body)"/>
              </a:rPr>
              <a:t>redirecting settlement payments</a:t>
            </a:r>
            <a:r>
              <a:rPr kumimoji="0" lang="en-PK" altLang="en-PK" sz="2400" b="0" i="0" u="none" strike="noStrike" cap="none" normalizeH="0" baseline="0" dirty="0">
                <a:ln>
                  <a:noFill/>
                </a:ln>
                <a:solidFill>
                  <a:schemeClr val="tx1"/>
                </a:solidFill>
                <a:effectLst/>
                <a:latin typeface="Franklin Gothic Book (Body)"/>
              </a:rPr>
              <a:t> to fraud accounts.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PK" sz="2400" b="1" i="0" u="none" strike="noStrike" cap="none" normalizeH="0" baseline="0" dirty="0">
                <a:ln>
                  <a:noFill/>
                </a:ln>
                <a:solidFill>
                  <a:schemeClr val="tx1"/>
                </a:solidFill>
                <a:effectLst/>
                <a:latin typeface="Franklin Gothic Book (Body)"/>
              </a:rPr>
              <a:t> </a:t>
            </a:r>
            <a:r>
              <a:rPr kumimoji="0" lang="en-PK" altLang="en-PK" sz="2400" b="1" i="0" u="none" strike="noStrike" cap="none" normalizeH="0" baseline="0" dirty="0">
                <a:ln>
                  <a:noFill/>
                </a:ln>
                <a:solidFill>
                  <a:schemeClr val="tx1"/>
                </a:solidFill>
                <a:effectLst/>
                <a:latin typeface="Franklin Gothic Book (Body)"/>
              </a:rPr>
              <a:t>Loss:</a:t>
            </a:r>
            <a:r>
              <a:rPr kumimoji="0" lang="en-PK" altLang="en-PK" sz="2400" b="0" i="0" u="none" strike="noStrike" cap="none" normalizeH="0" baseline="0" dirty="0">
                <a:ln>
                  <a:noFill/>
                </a:ln>
                <a:solidFill>
                  <a:schemeClr val="tx1"/>
                </a:solidFill>
                <a:effectLst/>
                <a:latin typeface="Franklin Gothic Book (Body)"/>
              </a:rPr>
              <a:t> A couple lost </a:t>
            </a:r>
            <a:r>
              <a:rPr kumimoji="0" lang="en-PK" altLang="en-PK" sz="2400" b="1" i="0" u="none" strike="noStrike" cap="none" normalizeH="0" baseline="0" dirty="0">
                <a:ln>
                  <a:noFill/>
                </a:ln>
                <a:solidFill>
                  <a:schemeClr val="tx1"/>
                </a:solidFill>
                <a:effectLst/>
                <a:latin typeface="Franklin Gothic Book (Body)"/>
              </a:rPr>
              <a:t>~AU$250,000</a:t>
            </a:r>
            <a:r>
              <a:rPr kumimoji="0" lang="en-PK" altLang="en-PK" sz="2400" b="0" i="0" u="none" strike="noStrike" cap="none" normalizeH="0" baseline="0" dirty="0">
                <a:ln>
                  <a:noFill/>
                </a:ln>
                <a:solidFill>
                  <a:schemeClr val="tx1"/>
                </a:solidFill>
                <a:effectLst/>
                <a:latin typeface="Franklin Gothic Book (Body)"/>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PK" sz="2400" b="1" i="0" u="none" strike="noStrike" cap="none" normalizeH="0" baseline="0" dirty="0">
                <a:ln>
                  <a:noFill/>
                </a:ln>
                <a:solidFill>
                  <a:schemeClr val="tx1"/>
                </a:solidFill>
                <a:effectLst/>
                <a:latin typeface="Franklin Gothic Book (Body)"/>
              </a:rPr>
              <a:t> </a:t>
            </a:r>
            <a:r>
              <a:rPr kumimoji="0" lang="en-PK" altLang="en-PK" sz="2400" b="1" i="0" u="none" strike="noStrike" cap="none" normalizeH="0" baseline="0" dirty="0">
                <a:ln>
                  <a:noFill/>
                </a:ln>
                <a:solidFill>
                  <a:schemeClr val="tx1"/>
                </a:solidFill>
                <a:effectLst/>
                <a:latin typeface="Franklin Gothic Book (Body)"/>
              </a:rPr>
              <a:t>Lesson:</a:t>
            </a:r>
            <a:r>
              <a:rPr kumimoji="0" lang="en-PK" altLang="en-PK" sz="2400" b="0" i="0" u="none" strike="noStrike" cap="none" normalizeH="0" baseline="0" dirty="0">
                <a:ln>
                  <a:noFill/>
                </a:ln>
                <a:solidFill>
                  <a:schemeClr val="tx1"/>
                </a:solidFill>
                <a:effectLst/>
                <a:latin typeface="Franklin Gothic Book (Body)"/>
              </a:rPr>
              <a:t> Always verify payment instructions with trusted contacts.</a:t>
            </a:r>
          </a:p>
        </p:txBody>
      </p:sp>
    </p:spTree>
    <p:extLst>
      <p:ext uri="{BB962C8B-B14F-4D97-AF65-F5344CB8AC3E}">
        <p14:creationId xmlns:p14="http://schemas.microsoft.com/office/powerpoint/2010/main" val="1058068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04012-2C96-7041-5E73-C5FB92307CD6}"/>
              </a:ext>
            </a:extLst>
          </p:cNvPr>
          <p:cNvSpPr>
            <a:spLocks noGrp="1"/>
          </p:cNvSpPr>
          <p:nvPr>
            <p:ph type="title"/>
          </p:nvPr>
        </p:nvSpPr>
        <p:spPr>
          <a:xfrm>
            <a:off x="905691" y="428117"/>
            <a:ext cx="10441577" cy="1450757"/>
          </a:xfrm>
        </p:spPr>
        <p:txBody>
          <a:bodyPr>
            <a:normAutofit/>
          </a:bodyPr>
          <a:lstStyle/>
          <a:p>
            <a:pPr algn="ctr"/>
            <a:r>
              <a:rPr lang="en-US" sz="3600" dirty="0"/>
              <a:t>Example 2: Fake Google Email Phishing (2025)</a:t>
            </a:r>
            <a:endParaRPr lang="en-PK" sz="3600" dirty="0"/>
          </a:p>
        </p:txBody>
      </p:sp>
      <p:sp>
        <p:nvSpPr>
          <p:cNvPr id="3" name="Content Placeholder 2">
            <a:extLst>
              <a:ext uri="{FF2B5EF4-FFF2-40B4-BE49-F238E27FC236}">
                <a16:creationId xmlns:a16="http://schemas.microsoft.com/office/drawing/2014/main" id="{84AE2848-2A2B-99FC-4D86-003C48080C5D}"/>
              </a:ext>
            </a:extLst>
          </p:cNvPr>
          <p:cNvSpPr>
            <a:spLocks noGrp="1"/>
          </p:cNvSpPr>
          <p:nvPr>
            <p:ph idx="1"/>
          </p:nvPr>
        </p:nvSpPr>
        <p:spPr>
          <a:xfrm>
            <a:off x="1097280" y="2108201"/>
            <a:ext cx="10441578" cy="3760891"/>
          </a:xfrm>
        </p:spPr>
        <p:txBody>
          <a:bodyPr>
            <a:normAutofit/>
          </a:bodyPr>
          <a:lstStyle/>
          <a:p>
            <a:pPr>
              <a:buClr>
                <a:schemeClr val="tx1"/>
              </a:buClr>
              <a:buFont typeface="Arial" panose="020B0604020202020204" pitchFamily="34" charset="0"/>
              <a:buChar char="•"/>
            </a:pPr>
            <a:r>
              <a:rPr lang="en-US" sz="2400" dirty="0"/>
              <a:t> Attackers sent </a:t>
            </a:r>
            <a:r>
              <a:rPr lang="en-US" sz="2400" b="1" dirty="0"/>
              <a:t>emails pretending to be Google</a:t>
            </a:r>
            <a:r>
              <a:rPr lang="en-US" sz="2400" dirty="0"/>
              <a:t>, tricking users into clicking links.</a:t>
            </a:r>
          </a:p>
          <a:p>
            <a:pPr>
              <a:buClr>
                <a:schemeClr val="tx1"/>
              </a:buClr>
              <a:buFont typeface="Arial" panose="020B0604020202020204" pitchFamily="34" charset="0"/>
              <a:buChar char="•"/>
            </a:pPr>
            <a:r>
              <a:rPr lang="en-US" sz="2400" dirty="0"/>
              <a:t> Links led to </a:t>
            </a:r>
            <a:r>
              <a:rPr lang="en-US" sz="2400" b="1" dirty="0"/>
              <a:t>fake Microsoft 365 login pages</a:t>
            </a:r>
            <a:r>
              <a:rPr lang="en-US" sz="2400" dirty="0"/>
              <a:t> capturing credentials.</a:t>
            </a:r>
          </a:p>
          <a:p>
            <a:pPr>
              <a:buClr>
                <a:schemeClr val="tx1"/>
              </a:buClr>
              <a:buFont typeface="Arial" panose="020B0604020202020204" pitchFamily="34" charset="0"/>
              <a:buChar char="•"/>
            </a:pPr>
            <a:r>
              <a:rPr lang="en-US" sz="2400" b="1" dirty="0"/>
              <a:t> Impact:</a:t>
            </a:r>
            <a:r>
              <a:rPr lang="en-US" sz="2400" dirty="0"/>
              <a:t> Users risked losing access to emails and sensitive data.</a:t>
            </a:r>
          </a:p>
          <a:p>
            <a:pPr>
              <a:buClr>
                <a:schemeClr val="tx1"/>
              </a:buClr>
              <a:buFont typeface="Arial" panose="020B0604020202020204" pitchFamily="34" charset="0"/>
              <a:buChar char="•"/>
            </a:pPr>
            <a:r>
              <a:rPr lang="en-US" sz="2400" b="1" dirty="0"/>
              <a:t> Lesson:</a:t>
            </a:r>
            <a:r>
              <a:rPr lang="en-US" sz="2400" dirty="0"/>
              <a:t> Always check sender address and hover over links before clicking.</a:t>
            </a:r>
          </a:p>
          <a:p>
            <a:pPr>
              <a:buClr>
                <a:schemeClr val="tx1"/>
              </a:buClr>
              <a:buFont typeface="Arial" panose="020B0604020202020204" pitchFamily="34" charset="0"/>
              <a:buChar char="•"/>
            </a:pPr>
            <a:endParaRPr lang="en-PK" sz="2400" dirty="0"/>
          </a:p>
        </p:txBody>
      </p:sp>
    </p:spTree>
    <p:extLst>
      <p:ext uri="{BB962C8B-B14F-4D97-AF65-F5344CB8AC3E}">
        <p14:creationId xmlns:p14="http://schemas.microsoft.com/office/powerpoint/2010/main" val="2089556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8F0A37D-2337-4AAF-98B0-7E4E9B98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FFD5F7-D404-17B1-83B4-74028ABD07EB}"/>
              </a:ext>
            </a:extLst>
          </p:cNvPr>
          <p:cNvSpPr>
            <a:spLocks noGrp="1"/>
          </p:cNvSpPr>
          <p:nvPr>
            <p:ph type="title"/>
          </p:nvPr>
        </p:nvSpPr>
        <p:spPr>
          <a:xfrm>
            <a:off x="1097280" y="286603"/>
            <a:ext cx="10058400" cy="1450757"/>
          </a:xfrm>
        </p:spPr>
        <p:txBody>
          <a:bodyPr>
            <a:normAutofit/>
          </a:bodyPr>
          <a:lstStyle/>
          <a:p>
            <a:r>
              <a:rPr lang="en-US"/>
              <a:t>Current Phishing Trends</a:t>
            </a:r>
            <a:endParaRPr lang="en-PK"/>
          </a:p>
        </p:txBody>
      </p:sp>
      <p:cxnSp>
        <p:nvCxnSpPr>
          <p:cNvPr id="28" name="Straight Connector 27">
            <a:extLst>
              <a:ext uri="{FF2B5EF4-FFF2-40B4-BE49-F238E27FC236}">
                <a16:creationId xmlns:a16="http://schemas.microsoft.com/office/drawing/2014/main" id="{F15CCCF0-E573-463A-9760-1FDC0B2CFB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7234D70-FB65-4E99-985E-64D21967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6" name="Rectangle 1">
            <a:extLst>
              <a:ext uri="{FF2B5EF4-FFF2-40B4-BE49-F238E27FC236}">
                <a16:creationId xmlns:a16="http://schemas.microsoft.com/office/drawing/2014/main" id="{52CA1EFB-839F-7BF5-960B-9AE13C308229}"/>
              </a:ext>
            </a:extLst>
          </p:cNvPr>
          <p:cNvGraphicFramePr>
            <a:graphicFrameLocks noGrp="1"/>
          </p:cNvGraphicFramePr>
          <p:nvPr>
            <p:ph idx="1"/>
            <p:extLst>
              <p:ext uri="{D42A27DB-BD31-4B8C-83A1-F6EECF244321}">
                <p14:modId xmlns:p14="http://schemas.microsoft.com/office/powerpoint/2010/main" val="3908115007"/>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071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9A09-079B-30C0-424F-5F09F2E6F070}"/>
              </a:ext>
            </a:extLst>
          </p:cNvPr>
          <p:cNvSpPr>
            <a:spLocks noGrp="1"/>
          </p:cNvSpPr>
          <p:nvPr>
            <p:ph type="title"/>
          </p:nvPr>
        </p:nvSpPr>
        <p:spPr>
          <a:xfrm>
            <a:off x="1184366" y="493431"/>
            <a:ext cx="10058400" cy="1450757"/>
          </a:xfrm>
        </p:spPr>
        <p:txBody>
          <a:bodyPr/>
          <a:lstStyle/>
          <a:p>
            <a:r>
              <a:rPr lang="en-US"/>
              <a:t>Protective Measures</a:t>
            </a:r>
            <a:endParaRPr lang="en-PK" dirty="0"/>
          </a:p>
        </p:txBody>
      </p:sp>
      <p:sp>
        <p:nvSpPr>
          <p:cNvPr id="4" name="Rectangle 1">
            <a:extLst>
              <a:ext uri="{FF2B5EF4-FFF2-40B4-BE49-F238E27FC236}">
                <a16:creationId xmlns:a16="http://schemas.microsoft.com/office/drawing/2014/main" id="{4BC9DAF6-10FD-61EE-5CDF-8CC1981B9C79}"/>
              </a:ext>
            </a:extLst>
          </p:cNvPr>
          <p:cNvSpPr>
            <a:spLocks noGrp="1" noChangeArrowheads="1"/>
          </p:cNvSpPr>
          <p:nvPr>
            <p:ph idx="1"/>
          </p:nvPr>
        </p:nvSpPr>
        <p:spPr bwMode="auto">
          <a:xfrm>
            <a:off x="1282337" y="1944188"/>
            <a:ext cx="3982052" cy="334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PK" altLang="en-PK" sz="2400" b="0" i="0" u="none" strike="noStrike" cap="none" normalizeH="0" baseline="0" dirty="0">
                <a:ln>
                  <a:noFill/>
                </a:ln>
                <a:solidFill>
                  <a:schemeClr val="tx1"/>
                </a:solidFill>
                <a:effectLst/>
                <a:latin typeface="Franklin Gothic Book (Body)"/>
              </a:rPr>
              <a:t>Keep software updated</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PK" altLang="en-PK" sz="2400" b="0" i="0" u="none" strike="noStrike" cap="none" normalizeH="0" baseline="0" dirty="0">
                <a:ln>
                  <a:noFill/>
                </a:ln>
                <a:solidFill>
                  <a:schemeClr val="tx1"/>
                </a:solidFill>
                <a:effectLst/>
                <a:latin typeface="Franklin Gothic Book (Body)"/>
              </a:rPr>
              <a:t>Use antivirus and firewall</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PK" altLang="en-PK" sz="2400" b="0" i="0" u="none" strike="noStrike" cap="none" normalizeH="0" baseline="0" dirty="0">
                <a:ln>
                  <a:noFill/>
                </a:ln>
                <a:solidFill>
                  <a:schemeClr val="tx1"/>
                </a:solidFill>
                <a:effectLst/>
                <a:latin typeface="Franklin Gothic Book (Body)"/>
              </a:rPr>
              <a:t>Don’t click unknown links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PK" altLang="en-PK" sz="2400" b="0" i="0" u="none" strike="noStrike" cap="none" normalizeH="0" baseline="0" dirty="0">
                <a:ln>
                  <a:noFill/>
                </a:ln>
                <a:solidFill>
                  <a:schemeClr val="tx1"/>
                </a:solidFill>
                <a:effectLst/>
                <a:latin typeface="Franklin Gothic Book (Body)"/>
              </a:rPr>
              <a:t>Backup data regularly</a:t>
            </a:r>
            <a:endParaRPr kumimoji="0" lang="en-US" altLang="en-PK" sz="2400" b="0" i="0" u="none" strike="noStrike" cap="none" normalizeH="0" baseline="0" dirty="0">
              <a:ln>
                <a:noFill/>
              </a:ln>
              <a:solidFill>
                <a:schemeClr val="tx1"/>
              </a:solidFill>
              <a:effectLst/>
              <a:latin typeface="Franklin Gothic Book (Body)"/>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PK" sz="2400" b="0" i="0" u="none" strike="noStrike" cap="none" normalizeH="0" baseline="0" dirty="0">
                <a:ln>
                  <a:noFill/>
                </a:ln>
                <a:solidFill>
                  <a:schemeClr val="tx1"/>
                </a:solidFill>
                <a:effectLst/>
                <a:latin typeface="Franklin Gothic Book (Body)"/>
              </a:rPr>
              <a:t>Don’t share credentials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PK" sz="2400" b="0" i="0" u="none" strike="noStrike" cap="none" normalizeH="0" baseline="0" dirty="0">
                <a:ln>
                  <a:noFill/>
                </a:ln>
                <a:solidFill>
                  <a:schemeClr val="tx1"/>
                </a:solidFill>
                <a:effectLst/>
                <a:latin typeface="Franklin Gothic Book (Body)"/>
              </a:rPr>
              <a:t>Report incidents promptly</a:t>
            </a:r>
          </a:p>
        </p:txBody>
      </p:sp>
    </p:spTree>
    <p:extLst>
      <p:ext uri="{BB962C8B-B14F-4D97-AF65-F5344CB8AC3E}">
        <p14:creationId xmlns:p14="http://schemas.microsoft.com/office/powerpoint/2010/main" val="1000183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3AA3-B136-297B-7209-952D595F4F1F}"/>
              </a:ext>
            </a:extLst>
          </p:cNvPr>
          <p:cNvSpPr>
            <a:spLocks noGrp="1"/>
          </p:cNvSpPr>
          <p:nvPr>
            <p:ph type="title"/>
          </p:nvPr>
        </p:nvSpPr>
        <p:spPr>
          <a:xfrm>
            <a:off x="1173480" y="536974"/>
            <a:ext cx="10058400" cy="1450757"/>
          </a:xfrm>
        </p:spPr>
        <p:txBody>
          <a:bodyPr/>
          <a:lstStyle/>
          <a:p>
            <a:r>
              <a:rPr lang="en-US"/>
              <a:t>Personal Safety Tips</a:t>
            </a:r>
            <a:endParaRPr lang="en-PK" dirty="0"/>
          </a:p>
        </p:txBody>
      </p:sp>
      <p:sp>
        <p:nvSpPr>
          <p:cNvPr id="4" name="Rectangle 1">
            <a:extLst>
              <a:ext uri="{FF2B5EF4-FFF2-40B4-BE49-F238E27FC236}">
                <a16:creationId xmlns:a16="http://schemas.microsoft.com/office/drawing/2014/main" id="{925C6BAA-B947-EA7B-0017-E6CB0D166439}"/>
              </a:ext>
            </a:extLst>
          </p:cNvPr>
          <p:cNvSpPr>
            <a:spLocks noGrp="1" noChangeArrowheads="1"/>
          </p:cNvSpPr>
          <p:nvPr>
            <p:ph idx="1"/>
          </p:nvPr>
        </p:nvSpPr>
        <p:spPr bwMode="auto">
          <a:xfrm>
            <a:off x="1173480" y="1987731"/>
            <a:ext cx="6894836"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Don’t trust unsolicited emails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Verify URLs before logging in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Use password managers for strong passwords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Keep devices secure</a:t>
            </a:r>
          </a:p>
        </p:txBody>
      </p:sp>
    </p:spTree>
    <p:extLst>
      <p:ext uri="{BB962C8B-B14F-4D97-AF65-F5344CB8AC3E}">
        <p14:creationId xmlns:p14="http://schemas.microsoft.com/office/powerpoint/2010/main" val="562367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518E-93B2-9E1A-F838-0F0C9B05A638}"/>
              </a:ext>
            </a:extLst>
          </p:cNvPr>
          <p:cNvSpPr>
            <a:spLocks noGrp="1"/>
          </p:cNvSpPr>
          <p:nvPr>
            <p:ph type="title"/>
          </p:nvPr>
        </p:nvSpPr>
        <p:spPr>
          <a:xfrm>
            <a:off x="1175657" y="493431"/>
            <a:ext cx="10058400" cy="1450757"/>
          </a:xfrm>
        </p:spPr>
        <p:txBody>
          <a:bodyPr/>
          <a:lstStyle/>
          <a:p>
            <a:r>
              <a:rPr lang="en-US" dirty="0"/>
              <a:t>Conclusion</a:t>
            </a:r>
            <a:endParaRPr lang="en-PK" dirty="0"/>
          </a:p>
        </p:txBody>
      </p:sp>
      <p:sp>
        <p:nvSpPr>
          <p:cNvPr id="4" name="Rectangle 1">
            <a:extLst>
              <a:ext uri="{FF2B5EF4-FFF2-40B4-BE49-F238E27FC236}">
                <a16:creationId xmlns:a16="http://schemas.microsoft.com/office/drawing/2014/main" id="{D6B84149-B796-8A82-D55E-2843D9EF12BA}"/>
              </a:ext>
            </a:extLst>
          </p:cNvPr>
          <p:cNvSpPr>
            <a:spLocks noGrp="1" noChangeArrowheads="1"/>
          </p:cNvSpPr>
          <p:nvPr>
            <p:ph idx="1"/>
          </p:nvPr>
        </p:nvSpPr>
        <p:spPr bwMode="auto">
          <a:xfrm>
            <a:off x="1175657" y="2044093"/>
            <a:ext cx="10136777" cy="3076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200" i="0" u="none" strike="noStrike" cap="none" normalizeH="0" baseline="0" dirty="0">
                <a:ln>
                  <a:noFill/>
                </a:ln>
                <a:solidFill>
                  <a:schemeClr val="tx1"/>
                </a:solidFill>
                <a:effectLst/>
                <a:latin typeface="Arial" panose="020B0604020202020204" pitchFamily="34" charset="0"/>
              </a:rPr>
              <a:t> </a:t>
            </a:r>
            <a:r>
              <a:rPr kumimoji="0" lang="en-PK" altLang="en-PK" sz="2200" i="0" u="none" strike="noStrike" cap="none" normalizeH="0" baseline="0" dirty="0">
                <a:ln>
                  <a:noFill/>
                </a:ln>
                <a:solidFill>
                  <a:schemeClr val="tx1"/>
                </a:solidFill>
                <a:effectLst/>
                <a:latin typeface="Arial" panose="020B0604020202020204" pitchFamily="34" charset="0"/>
              </a:rPr>
              <a:t>Phishing </a:t>
            </a:r>
            <a:r>
              <a:rPr kumimoji="0" lang="en-US" altLang="en-PK" sz="2200" i="0" u="none" strike="noStrike" cap="none" normalizeH="0" baseline="0" dirty="0">
                <a:ln>
                  <a:noFill/>
                </a:ln>
                <a:solidFill>
                  <a:schemeClr val="tx1"/>
                </a:solidFill>
                <a:effectLst/>
                <a:latin typeface="Arial" panose="020B0604020202020204" pitchFamily="34" charset="0"/>
              </a:rPr>
              <a:t>attack </a:t>
            </a:r>
            <a:r>
              <a:rPr kumimoji="0" lang="en-PK" altLang="en-PK" sz="2200" i="0" u="none" strike="noStrike" cap="none" normalizeH="0" baseline="0" dirty="0">
                <a:ln>
                  <a:noFill/>
                </a:ln>
                <a:solidFill>
                  <a:schemeClr val="tx1"/>
                </a:solidFill>
                <a:effectLst/>
                <a:latin typeface="Arial" panose="020B0604020202020204" pitchFamily="34" charset="0"/>
              </a:rPr>
              <a:t>is common, evolving, and targets </a:t>
            </a:r>
            <a:r>
              <a:rPr kumimoji="0" lang="en-PK" altLang="en-PK" sz="2200" i="0" u="none" strike="noStrike" cap="none" normalizeH="0" baseline="0" dirty="0" err="1">
                <a:ln>
                  <a:noFill/>
                </a:ln>
                <a:solidFill>
                  <a:schemeClr val="tx1"/>
                </a:solidFill>
                <a:effectLst/>
                <a:latin typeface="Arial" panose="020B0604020202020204" pitchFamily="34" charset="0"/>
              </a:rPr>
              <a:t>everyon</a:t>
            </a:r>
            <a:r>
              <a:rPr kumimoji="0" lang="en-US" altLang="en-PK" sz="2200" i="0" u="none" strike="noStrike" cap="none" normalizeH="0" baseline="0" dirty="0">
                <a:ln>
                  <a:noFill/>
                </a:ln>
                <a:solidFill>
                  <a:schemeClr val="tx1"/>
                </a:solidFill>
                <a:effectLst/>
                <a:latin typeface="Arial" panose="020B0604020202020204" pitchFamily="34" charset="0"/>
              </a:rPr>
              <a:t>e</a:t>
            </a:r>
            <a:r>
              <a:rPr kumimoji="0" lang="en-PK" altLang="en-PK" sz="2200" i="0" u="none" strike="noStrike" cap="none" normalizeH="0" baseline="0" dirty="0">
                <a:ln>
                  <a:noFill/>
                </a:ln>
                <a:solidFill>
                  <a:schemeClr val="tx1"/>
                </a:solidFill>
                <a:effectLst/>
                <a:latin typeface="Arial" panose="020B0604020202020204" pitchFamily="34" charset="0"/>
              </a:rPr>
              <a: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200" i="0" u="none" strike="noStrike" cap="none" normalizeH="0" baseline="0" dirty="0">
                <a:ln>
                  <a:noFill/>
                </a:ln>
                <a:solidFill>
                  <a:schemeClr val="tx1"/>
                </a:solidFill>
                <a:effectLst/>
                <a:latin typeface="Arial" panose="020B0604020202020204" pitchFamily="34" charset="0"/>
              </a:rPr>
              <a:t> </a:t>
            </a:r>
            <a:r>
              <a:rPr kumimoji="0" lang="en-PK" altLang="en-PK" sz="2200" i="0" u="none" strike="noStrike" cap="none" normalizeH="0" baseline="0" dirty="0">
                <a:ln>
                  <a:noFill/>
                </a:ln>
                <a:solidFill>
                  <a:schemeClr val="tx1"/>
                </a:solidFill>
                <a:effectLst/>
                <a:latin typeface="Arial" panose="020B0604020202020204" pitchFamily="34" charset="0"/>
              </a:rPr>
              <a:t>Always verify emails, links, and attachments before taking any action.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200" i="0" u="none" strike="noStrike" cap="none" normalizeH="0" baseline="0" dirty="0">
                <a:ln>
                  <a:noFill/>
                </a:ln>
                <a:solidFill>
                  <a:schemeClr val="tx1"/>
                </a:solidFill>
                <a:effectLst/>
                <a:latin typeface="Arial" panose="020B0604020202020204" pitchFamily="34" charset="0"/>
              </a:rPr>
              <a:t> </a:t>
            </a:r>
            <a:r>
              <a:rPr kumimoji="0" lang="en-PK" altLang="en-PK" sz="2200" i="0" u="none" strike="noStrike" cap="none" normalizeH="0" baseline="0" dirty="0">
                <a:ln>
                  <a:noFill/>
                </a:ln>
                <a:solidFill>
                  <a:schemeClr val="tx1"/>
                </a:solidFill>
                <a:effectLst/>
                <a:latin typeface="Arial" panose="020B0604020202020204" pitchFamily="34" charset="0"/>
              </a:rPr>
              <a:t>Use strong passwords and multi-factor authentication (MFA) for extra security.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200" i="0" u="none" strike="noStrike" cap="none" normalizeH="0" baseline="0" dirty="0">
                <a:ln>
                  <a:noFill/>
                </a:ln>
                <a:solidFill>
                  <a:schemeClr val="tx1"/>
                </a:solidFill>
                <a:effectLst/>
                <a:latin typeface="Arial" panose="020B0604020202020204" pitchFamily="34" charset="0"/>
              </a:rPr>
              <a:t> </a:t>
            </a:r>
            <a:r>
              <a:rPr kumimoji="0" lang="en-PK" altLang="en-PK" sz="2200" i="0" u="none" strike="noStrike" cap="none" normalizeH="0" baseline="0" dirty="0">
                <a:ln>
                  <a:noFill/>
                </a:ln>
                <a:solidFill>
                  <a:schemeClr val="tx1"/>
                </a:solidFill>
                <a:effectLst/>
                <a:latin typeface="Arial" panose="020B0604020202020204" pitchFamily="34" charset="0"/>
              </a:rPr>
              <a:t>Report suspicious emails to your IT or security team immediately.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PK" sz="2200" i="0" u="none" strike="noStrike" cap="none" normalizeH="0" baseline="0" dirty="0">
                <a:ln>
                  <a:noFill/>
                </a:ln>
                <a:solidFill>
                  <a:schemeClr val="tx1"/>
                </a:solidFill>
                <a:effectLst/>
                <a:latin typeface="Arial" panose="020B0604020202020204" pitchFamily="34" charset="0"/>
              </a:rPr>
              <a:t> </a:t>
            </a:r>
            <a:r>
              <a:rPr kumimoji="0" lang="en-PK" altLang="en-PK" sz="2200" i="0" u="none" strike="noStrike" cap="none" normalizeH="0" baseline="0" dirty="0">
                <a:ln>
                  <a:noFill/>
                </a:ln>
                <a:solidFill>
                  <a:schemeClr val="tx1"/>
                </a:solidFill>
                <a:effectLst/>
                <a:latin typeface="Arial" panose="020B0604020202020204" pitchFamily="34" charset="0"/>
              </a:rPr>
              <a:t>Stay informed about real-world phishing attacks to recognize new tactics.</a:t>
            </a:r>
          </a:p>
        </p:txBody>
      </p:sp>
    </p:spTree>
    <p:extLst>
      <p:ext uri="{BB962C8B-B14F-4D97-AF65-F5344CB8AC3E}">
        <p14:creationId xmlns:p14="http://schemas.microsoft.com/office/powerpoint/2010/main" val="2704622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35" name="Straight Connector 34">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4C869C3B-5565-4AAC-86A8-9EB0AB1C6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B02133F-35B8-277B-8CB1-DE3A03F80953}"/>
              </a:ext>
            </a:extLst>
          </p:cNvPr>
          <p:cNvSpPr>
            <a:spLocks noGrp="1"/>
          </p:cNvSpPr>
          <p:nvPr>
            <p:ph type="title"/>
          </p:nvPr>
        </p:nvSpPr>
        <p:spPr>
          <a:xfrm>
            <a:off x="635131" y="3990709"/>
            <a:ext cx="10909073" cy="1447062"/>
          </a:xfrm>
        </p:spPr>
        <p:txBody>
          <a:bodyPr vert="horz" lIns="91440" tIns="45720" rIns="91440" bIns="45720" rtlCol="0" anchor="b">
            <a:normAutofit/>
          </a:bodyPr>
          <a:lstStyle/>
          <a:p>
            <a:pPr algn="ctr"/>
            <a:r>
              <a:rPr lang="en-US" sz="7200" dirty="0">
                <a:solidFill>
                  <a:schemeClr val="tx1">
                    <a:lumMod val="85000"/>
                    <a:lumOff val="15000"/>
                  </a:schemeClr>
                </a:solidFill>
              </a:rPr>
              <a:t>THE END</a:t>
            </a:r>
          </a:p>
        </p:txBody>
      </p:sp>
      <p:pic>
        <p:nvPicPr>
          <p:cNvPr id="37" name="Graphic 36" descr="Smiling Face with No Fill">
            <a:extLst>
              <a:ext uri="{FF2B5EF4-FFF2-40B4-BE49-F238E27FC236}">
                <a16:creationId xmlns:a16="http://schemas.microsoft.com/office/drawing/2014/main" id="{31C28F38-AB0F-1F15-417E-C1CD081291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14657" y="771100"/>
            <a:ext cx="2750022" cy="2750022"/>
          </a:xfrm>
          <a:prstGeom prst="rect">
            <a:avLst/>
          </a:prstGeom>
        </p:spPr>
      </p:pic>
      <p:cxnSp>
        <p:nvCxnSpPr>
          <p:cNvPr id="38" name="Straight Connector 37">
            <a:extLst>
              <a:ext uri="{FF2B5EF4-FFF2-40B4-BE49-F238E27FC236}">
                <a16:creationId xmlns:a16="http://schemas.microsoft.com/office/drawing/2014/main" id="{F41136EC-EC34-4D08-B5AB-8CE5870B1C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600" y="5415653"/>
            <a:ext cx="86868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64CBAAB-7956-4763-9F69-A3FDBF1AC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2964118961"/>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emplate>Diffie Hellman Key Exchange (DHKE) Algorithm</Template>
  <TotalTime>100</TotalTime>
  <Words>658</Words>
  <Application>Microsoft Office PowerPoint</Application>
  <PresentationFormat>Widescreen</PresentationFormat>
  <Paragraphs>90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Bookman Old Style</vt:lpstr>
      <vt:lpstr>Calibri</vt:lpstr>
      <vt:lpstr>Franklin Gothic Book</vt:lpstr>
      <vt:lpstr>Franklin Gothic Book (Body)</vt:lpstr>
      <vt:lpstr>Wingdings</vt:lpstr>
      <vt:lpstr>1_RetrospectVTI</vt:lpstr>
      <vt:lpstr>Phishing Awareness Training (Think Before, You Click)</vt:lpstr>
      <vt:lpstr>What is Phishing?</vt:lpstr>
      <vt:lpstr>Common Types of Phishing Attacks</vt:lpstr>
      <vt:lpstr>Recognizing Email Phishing</vt:lpstr>
      <vt:lpstr>What is Spear Phishing?</vt:lpstr>
      <vt:lpstr>Whaling (targeting executives)</vt:lpstr>
      <vt:lpstr>SMS Phishing (Smishing)</vt:lpstr>
      <vt:lpstr>Voice Phishing (Vishing)</vt:lpstr>
      <vt:lpstr>Social Engineering</vt:lpstr>
      <vt:lpstr>How Attackers Manipulate You</vt:lpstr>
      <vt:lpstr>Key Components of Phishing Emails</vt:lpstr>
      <vt:lpstr>How to Identify Phishing Websites</vt:lpstr>
      <vt:lpstr>Attachment Safety</vt:lpstr>
      <vt:lpstr>Password Protection</vt:lpstr>
      <vt:lpstr>Example 1: AI-Powered Real Estate Scam (Australia, 2025)</vt:lpstr>
      <vt:lpstr>Example 2: Fake Google Email Phishing (2025)</vt:lpstr>
      <vt:lpstr>Current Phishing Trends</vt:lpstr>
      <vt:lpstr>Protective Measures</vt:lpstr>
      <vt:lpstr>Personal Safety Tips</vt:lpstr>
      <vt:lpstr>Conclusion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AYAN SHAHID</dc:creator>
  <cp:lastModifiedBy>AYAN SHAHID</cp:lastModifiedBy>
  <cp:revision>9</cp:revision>
  <dcterms:created xsi:type="dcterms:W3CDTF">2026-01-15T19:11:02Z</dcterms:created>
  <dcterms:modified xsi:type="dcterms:W3CDTF">2026-01-15T20:51:19Z</dcterms:modified>
</cp:coreProperties>
</file>